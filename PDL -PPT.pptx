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7" d="100"/>
          <a:sy n="47" d="100"/>
        </p:scale>
        <p:origin x="500" y="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034072"/>
          </a:solidFill>
        </p:spPr>
        <p:txBody>
          <a:bodyPr wrap="square" lIns="0" tIns="0" rIns="0" bIns="0" rtlCol="0"/>
          <a:lstStyle/>
          <a:p>
            <a:endParaRPr/>
          </a:p>
        </p:txBody>
      </p:sp>
      <p:sp>
        <p:nvSpPr>
          <p:cNvPr id="17" name="bg object 17"/>
          <p:cNvSpPr/>
          <p:nvPr/>
        </p:nvSpPr>
        <p:spPr>
          <a:xfrm>
            <a:off x="0" y="0"/>
            <a:ext cx="13624560" cy="7181850"/>
          </a:xfrm>
          <a:custGeom>
            <a:avLst/>
            <a:gdLst/>
            <a:ahLst/>
            <a:cxnLst/>
            <a:rect l="l" t="t" r="r" b="b"/>
            <a:pathLst>
              <a:path w="13624560" h="7181850">
                <a:moveTo>
                  <a:pt x="13624394" y="0"/>
                </a:moveTo>
                <a:lnTo>
                  <a:pt x="0" y="7181699"/>
                </a:lnTo>
                <a:lnTo>
                  <a:pt x="0" y="6153439"/>
                </a:lnTo>
                <a:lnTo>
                  <a:pt x="11673684" y="0"/>
                </a:lnTo>
                <a:lnTo>
                  <a:pt x="13624394" y="0"/>
                </a:lnTo>
                <a:close/>
              </a:path>
            </a:pathLst>
          </a:custGeom>
          <a:solidFill>
            <a:srgbClr val="FFDE58"/>
          </a:solidFill>
        </p:spPr>
        <p:txBody>
          <a:bodyPr wrap="square" lIns="0" tIns="0" rIns="0" bIns="0" rtlCol="0"/>
          <a:lstStyle/>
          <a:p>
            <a:endParaRPr/>
          </a:p>
        </p:txBody>
      </p:sp>
      <p:sp>
        <p:nvSpPr>
          <p:cNvPr id="18" name="bg object 18"/>
          <p:cNvSpPr/>
          <p:nvPr/>
        </p:nvSpPr>
        <p:spPr>
          <a:xfrm>
            <a:off x="0" y="0"/>
            <a:ext cx="11711305" cy="6173470"/>
          </a:xfrm>
          <a:custGeom>
            <a:avLst/>
            <a:gdLst/>
            <a:ahLst/>
            <a:cxnLst/>
            <a:rect l="l" t="t" r="r" b="b"/>
            <a:pathLst>
              <a:path w="11711305" h="6173470">
                <a:moveTo>
                  <a:pt x="11711135" y="0"/>
                </a:moveTo>
                <a:lnTo>
                  <a:pt x="0" y="6173181"/>
                </a:lnTo>
                <a:lnTo>
                  <a:pt x="0" y="3465589"/>
                </a:lnTo>
                <a:lnTo>
                  <a:pt x="6574565" y="0"/>
                </a:lnTo>
                <a:lnTo>
                  <a:pt x="11711135" y="0"/>
                </a:lnTo>
                <a:close/>
              </a:path>
            </a:pathLst>
          </a:custGeom>
          <a:solidFill>
            <a:srgbClr val="997404"/>
          </a:solidFill>
        </p:spPr>
        <p:txBody>
          <a:bodyPr wrap="square" lIns="0" tIns="0" rIns="0" bIns="0" rtlCol="0"/>
          <a:lstStyle/>
          <a:p>
            <a:endParaRPr/>
          </a:p>
        </p:txBody>
      </p:sp>
      <p:sp>
        <p:nvSpPr>
          <p:cNvPr id="19" name="bg object 19"/>
          <p:cNvSpPr/>
          <p:nvPr/>
        </p:nvSpPr>
        <p:spPr>
          <a:xfrm>
            <a:off x="0" y="0"/>
            <a:ext cx="6706234" cy="3535045"/>
          </a:xfrm>
          <a:custGeom>
            <a:avLst/>
            <a:gdLst/>
            <a:ahLst/>
            <a:cxnLst/>
            <a:rect l="l" t="t" r="r" b="b"/>
            <a:pathLst>
              <a:path w="6706234" h="3535045">
                <a:moveTo>
                  <a:pt x="6705756" y="0"/>
                </a:moveTo>
                <a:lnTo>
                  <a:pt x="0" y="3534742"/>
                </a:lnTo>
                <a:lnTo>
                  <a:pt x="0" y="2771314"/>
                </a:lnTo>
                <a:lnTo>
                  <a:pt x="5257457" y="0"/>
                </a:lnTo>
                <a:lnTo>
                  <a:pt x="6705756" y="0"/>
                </a:lnTo>
                <a:close/>
              </a:path>
            </a:pathLst>
          </a:custGeom>
          <a:solidFill>
            <a:srgbClr val="FFDE58"/>
          </a:solidFill>
        </p:spPr>
        <p:txBody>
          <a:bodyPr wrap="square" lIns="0" tIns="0" rIns="0" bIns="0" rtlCol="0"/>
          <a:lstStyle/>
          <a:p>
            <a:endParaRPr/>
          </a:p>
        </p:txBody>
      </p:sp>
      <p:sp>
        <p:nvSpPr>
          <p:cNvPr id="20" name="bg object 20"/>
          <p:cNvSpPr/>
          <p:nvPr/>
        </p:nvSpPr>
        <p:spPr>
          <a:xfrm>
            <a:off x="0" y="0"/>
            <a:ext cx="8543290" cy="4503420"/>
          </a:xfrm>
          <a:custGeom>
            <a:avLst/>
            <a:gdLst/>
            <a:ahLst/>
            <a:cxnLst/>
            <a:rect l="l" t="t" r="r" b="b"/>
            <a:pathLst>
              <a:path w="8543290" h="4503420">
                <a:moveTo>
                  <a:pt x="8543179" y="0"/>
                </a:moveTo>
                <a:lnTo>
                  <a:pt x="0" y="4503286"/>
                </a:lnTo>
                <a:lnTo>
                  <a:pt x="0" y="3465623"/>
                </a:lnTo>
                <a:lnTo>
                  <a:pt x="6574630" y="0"/>
                </a:lnTo>
                <a:lnTo>
                  <a:pt x="8543179" y="0"/>
                </a:lnTo>
                <a:close/>
              </a:path>
            </a:pathLst>
          </a:custGeom>
          <a:solidFill>
            <a:srgbClr val="C29304"/>
          </a:solidFill>
        </p:spPr>
        <p:txBody>
          <a:bodyPr wrap="square" lIns="0" tIns="0" rIns="0" bIns="0" rtlCol="0"/>
          <a:lstStyle/>
          <a:p>
            <a:endParaRPr/>
          </a:p>
        </p:txBody>
      </p:sp>
      <p:pic>
        <p:nvPicPr>
          <p:cNvPr id="21" name="bg object 21"/>
          <p:cNvPicPr/>
          <p:nvPr/>
        </p:nvPicPr>
        <p:blipFill>
          <a:blip r:embed="rId2" cstate="print"/>
          <a:stretch>
            <a:fillRect/>
          </a:stretch>
        </p:blipFill>
        <p:spPr>
          <a:xfrm>
            <a:off x="5001020" y="92006"/>
            <a:ext cx="6079406" cy="6418579"/>
          </a:xfrm>
          <a:prstGeom prst="rect">
            <a:avLst/>
          </a:prstGeom>
        </p:spPr>
      </p:pic>
      <p:sp>
        <p:nvSpPr>
          <p:cNvPr id="22" name="bg object 22"/>
          <p:cNvSpPr/>
          <p:nvPr/>
        </p:nvSpPr>
        <p:spPr>
          <a:xfrm>
            <a:off x="0" y="4299983"/>
            <a:ext cx="4156710" cy="4004945"/>
          </a:xfrm>
          <a:custGeom>
            <a:avLst/>
            <a:gdLst/>
            <a:ahLst/>
            <a:cxnLst/>
            <a:rect l="l" t="t" r="r" b="b"/>
            <a:pathLst>
              <a:path w="4156710" h="4004945">
                <a:moveTo>
                  <a:pt x="2438204" y="4004556"/>
                </a:moveTo>
                <a:lnTo>
                  <a:pt x="2393075" y="4002012"/>
                </a:lnTo>
                <a:lnTo>
                  <a:pt x="2350319" y="3994539"/>
                </a:lnTo>
                <a:lnTo>
                  <a:pt x="2310940" y="3982374"/>
                </a:lnTo>
                <a:lnTo>
                  <a:pt x="2275920" y="3965754"/>
                </a:lnTo>
                <a:lnTo>
                  <a:pt x="0" y="2652036"/>
                </a:lnTo>
                <a:lnTo>
                  <a:pt x="0" y="2310190"/>
                </a:lnTo>
                <a:lnTo>
                  <a:pt x="1212061" y="1614732"/>
                </a:lnTo>
                <a:lnTo>
                  <a:pt x="1212550" y="1613952"/>
                </a:lnTo>
                <a:lnTo>
                  <a:pt x="1216492" y="1557041"/>
                </a:lnTo>
                <a:lnTo>
                  <a:pt x="1220470" y="1500693"/>
                </a:lnTo>
                <a:lnTo>
                  <a:pt x="1224521" y="1444260"/>
                </a:lnTo>
                <a:lnTo>
                  <a:pt x="1232758" y="1332039"/>
                </a:lnTo>
                <a:lnTo>
                  <a:pt x="1236898" y="1276700"/>
                </a:lnTo>
                <a:lnTo>
                  <a:pt x="1241022" y="1222175"/>
                </a:lnTo>
                <a:lnTo>
                  <a:pt x="1245107" y="1168689"/>
                </a:lnTo>
                <a:lnTo>
                  <a:pt x="1249132" y="1116466"/>
                </a:lnTo>
                <a:lnTo>
                  <a:pt x="1253074" y="1065731"/>
                </a:lnTo>
                <a:lnTo>
                  <a:pt x="1260617" y="969623"/>
                </a:lnTo>
                <a:lnTo>
                  <a:pt x="1267556" y="882165"/>
                </a:lnTo>
                <a:lnTo>
                  <a:pt x="1283578" y="681690"/>
                </a:lnTo>
                <a:lnTo>
                  <a:pt x="1284881" y="664756"/>
                </a:lnTo>
                <a:lnTo>
                  <a:pt x="1293946" y="609624"/>
                </a:lnTo>
                <a:lnTo>
                  <a:pt x="1311345" y="560847"/>
                </a:lnTo>
                <a:lnTo>
                  <a:pt x="1335470" y="517552"/>
                </a:lnTo>
                <a:lnTo>
                  <a:pt x="1364712" y="478866"/>
                </a:lnTo>
                <a:lnTo>
                  <a:pt x="1397462" y="443918"/>
                </a:lnTo>
                <a:lnTo>
                  <a:pt x="1432113" y="411834"/>
                </a:lnTo>
                <a:lnTo>
                  <a:pt x="1491813" y="360548"/>
                </a:lnTo>
                <a:lnTo>
                  <a:pt x="1503684" y="350120"/>
                </a:lnTo>
                <a:lnTo>
                  <a:pt x="1616431" y="247844"/>
                </a:lnTo>
                <a:lnTo>
                  <a:pt x="1660145" y="209157"/>
                </a:lnTo>
                <a:lnTo>
                  <a:pt x="1704941" y="170610"/>
                </a:lnTo>
                <a:lnTo>
                  <a:pt x="1749918" y="133404"/>
                </a:lnTo>
                <a:lnTo>
                  <a:pt x="1794172" y="98738"/>
                </a:lnTo>
                <a:lnTo>
                  <a:pt x="1836801" y="67812"/>
                </a:lnTo>
                <a:lnTo>
                  <a:pt x="1876900" y="41827"/>
                </a:lnTo>
                <a:lnTo>
                  <a:pt x="1913568" y="21982"/>
                </a:lnTo>
                <a:lnTo>
                  <a:pt x="1963587" y="5345"/>
                </a:lnTo>
                <a:lnTo>
                  <a:pt x="2004688" y="596"/>
                </a:lnTo>
                <a:lnTo>
                  <a:pt x="2027956" y="0"/>
                </a:lnTo>
                <a:lnTo>
                  <a:pt x="2084987" y="2897"/>
                </a:lnTo>
                <a:lnTo>
                  <a:pt x="2141697" y="10170"/>
                </a:lnTo>
                <a:lnTo>
                  <a:pt x="2193293" y="19692"/>
                </a:lnTo>
                <a:lnTo>
                  <a:pt x="2234981" y="29335"/>
                </a:lnTo>
                <a:lnTo>
                  <a:pt x="2293352" y="51061"/>
                </a:lnTo>
                <a:lnTo>
                  <a:pt x="2332832" y="94070"/>
                </a:lnTo>
                <a:lnTo>
                  <a:pt x="2354073" y="145285"/>
                </a:lnTo>
                <a:lnTo>
                  <a:pt x="2367616" y="192201"/>
                </a:lnTo>
                <a:lnTo>
                  <a:pt x="2373468" y="217713"/>
                </a:lnTo>
                <a:lnTo>
                  <a:pt x="2373931" y="218345"/>
                </a:lnTo>
                <a:lnTo>
                  <a:pt x="2374923" y="218911"/>
                </a:lnTo>
                <a:lnTo>
                  <a:pt x="2465802" y="218911"/>
                </a:lnTo>
                <a:lnTo>
                  <a:pt x="2485306" y="227260"/>
                </a:lnTo>
                <a:lnTo>
                  <a:pt x="2523779" y="272086"/>
                </a:lnTo>
                <a:lnTo>
                  <a:pt x="2534051" y="309053"/>
                </a:lnTo>
                <a:lnTo>
                  <a:pt x="2535162" y="321798"/>
                </a:lnTo>
                <a:lnTo>
                  <a:pt x="2535646" y="322608"/>
                </a:lnTo>
                <a:lnTo>
                  <a:pt x="2914484" y="543585"/>
                </a:lnTo>
                <a:lnTo>
                  <a:pt x="2915657" y="544416"/>
                </a:lnTo>
                <a:lnTo>
                  <a:pt x="2918595" y="546369"/>
                </a:lnTo>
                <a:lnTo>
                  <a:pt x="2919513" y="547068"/>
                </a:lnTo>
                <a:lnTo>
                  <a:pt x="2921129" y="548536"/>
                </a:lnTo>
                <a:lnTo>
                  <a:pt x="2923205" y="550280"/>
                </a:lnTo>
                <a:lnTo>
                  <a:pt x="2923797" y="550876"/>
                </a:lnTo>
                <a:lnTo>
                  <a:pt x="2925536" y="552834"/>
                </a:lnTo>
                <a:lnTo>
                  <a:pt x="2927178" y="554614"/>
                </a:lnTo>
                <a:lnTo>
                  <a:pt x="2927897" y="555557"/>
                </a:lnTo>
                <a:lnTo>
                  <a:pt x="2928662" y="556699"/>
                </a:lnTo>
                <a:lnTo>
                  <a:pt x="2930518" y="559294"/>
                </a:lnTo>
                <a:lnTo>
                  <a:pt x="2931314" y="560681"/>
                </a:lnTo>
                <a:lnTo>
                  <a:pt x="2931778" y="561630"/>
                </a:lnTo>
                <a:lnTo>
                  <a:pt x="2932594" y="563118"/>
                </a:lnTo>
                <a:lnTo>
                  <a:pt x="2933379" y="564628"/>
                </a:lnTo>
                <a:lnTo>
                  <a:pt x="2934027" y="566203"/>
                </a:lnTo>
                <a:lnTo>
                  <a:pt x="2934363" y="567218"/>
                </a:lnTo>
                <a:lnTo>
                  <a:pt x="2934980" y="568808"/>
                </a:lnTo>
                <a:lnTo>
                  <a:pt x="2935562" y="570399"/>
                </a:lnTo>
                <a:lnTo>
                  <a:pt x="2936000" y="572056"/>
                </a:lnTo>
                <a:lnTo>
                  <a:pt x="2936362" y="573897"/>
                </a:lnTo>
                <a:lnTo>
                  <a:pt x="2937046" y="576936"/>
                </a:lnTo>
                <a:lnTo>
                  <a:pt x="2937485" y="580301"/>
                </a:lnTo>
                <a:lnTo>
                  <a:pt x="2937627" y="582437"/>
                </a:lnTo>
                <a:lnTo>
                  <a:pt x="2937627" y="633281"/>
                </a:lnTo>
                <a:lnTo>
                  <a:pt x="1828519" y="633281"/>
                </a:lnTo>
                <a:lnTo>
                  <a:pt x="1827789" y="633603"/>
                </a:lnTo>
                <a:lnTo>
                  <a:pt x="1793862" y="667606"/>
                </a:lnTo>
                <a:lnTo>
                  <a:pt x="1757331" y="693956"/>
                </a:lnTo>
                <a:lnTo>
                  <a:pt x="1756504" y="694450"/>
                </a:lnTo>
                <a:lnTo>
                  <a:pt x="1756015" y="695363"/>
                </a:lnTo>
                <a:lnTo>
                  <a:pt x="1756306" y="701063"/>
                </a:lnTo>
                <a:lnTo>
                  <a:pt x="1756346" y="701971"/>
                </a:lnTo>
                <a:lnTo>
                  <a:pt x="1756867" y="702792"/>
                </a:lnTo>
                <a:lnTo>
                  <a:pt x="1758036" y="703424"/>
                </a:lnTo>
                <a:lnTo>
                  <a:pt x="2937627" y="703424"/>
                </a:lnTo>
                <a:lnTo>
                  <a:pt x="2937627" y="1340647"/>
                </a:lnTo>
                <a:lnTo>
                  <a:pt x="2937306" y="1344782"/>
                </a:lnTo>
                <a:lnTo>
                  <a:pt x="2936638" y="1349396"/>
                </a:lnTo>
                <a:lnTo>
                  <a:pt x="2936556" y="1349978"/>
                </a:lnTo>
                <a:lnTo>
                  <a:pt x="2935847" y="1353292"/>
                </a:lnTo>
                <a:lnTo>
                  <a:pt x="2935128" y="1356851"/>
                </a:lnTo>
                <a:lnTo>
                  <a:pt x="2934608" y="1359191"/>
                </a:lnTo>
                <a:lnTo>
                  <a:pt x="2933935" y="1361490"/>
                </a:lnTo>
                <a:lnTo>
                  <a:pt x="2933461" y="1362862"/>
                </a:lnTo>
                <a:lnTo>
                  <a:pt x="2932497" y="1365829"/>
                </a:lnTo>
                <a:lnTo>
                  <a:pt x="2931196" y="1369332"/>
                </a:lnTo>
                <a:lnTo>
                  <a:pt x="2930380" y="1371295"/>
                </a:lnTo>
                <a:lnTo>
                  <a:pt x="2929493" y="1373228"/>
                </a:lnTo>
                <a:lnTo>
                  <a:pt x="2928993" y="1374247"/>
                </a:lnTo>
                <a:lnTo>
                  <a:pt x="2927540" y="1377368"/>
                </a:lnTo>
                <a:lnTo>
                  <a:pt x="2925622" y="1380876"/>
                </a:lnTo>
                <a:lnTo>
                  <a:pt x="2922669" y="1385413"/>
                </a:lnTo>
                <a:lnTo>
                  <a:pt x="2921267" y="1387856"/>
                </a:lnTo>
                <a:lnTo>
                  <a:pt x="2920829" y="1388468"/>
                </a:lnTo>
                <a:lnTo>
                  <a:pt x="2918926" y="1390818"/>
                </a:lnTo>
                <a:lnTo>
                  <a:pt x="2916218" y="1394306"/>
                </a:lnTo>
                <a:lnTo>
                  <a:pt x="2305911" y="1755715"/>
                </a:lnTo>
                <a:lnTo>
                  <a:pt x="2305416" y="1756577"/>
                </a:lnTo>
                <a:lnTo>
                  <a:pt x="2305416" y="1758433"/>
                </a:lnTo>
                <a:lnTo>
                  <a:pt x="2305905" y="1759290"/>
                </a:lnTo>
                <a:lnTo>
                  <a:pt x="4086876" y="2800221"/>
                </a:lnTo>
                <a:lnTo>
                  <a:pt x="4116672" y="2821472"/>
                </a:lnTo>
                <a:lnTo>
                  <a:pt x="4138449" y="2845461"/>
                </a:lnTo>
                <a:lnTo>
                  <a:pt x="4151783" y="2871584"/>
                </a:lnTo>
                <a:lnTo>
                  <a:pt x="4156249" y="2899233"/>
                </a:lnTo>
                <a:lnTo>
                  <a:pt x="4155290" y="3015049"/>
                </a:lnTo>
                <a:lnTo>
                  <a:pt x="4137144" y="3068094"/>
                </a:lnTo>
                <a:lnTo>
                  <a:pt x="4085897" y="3112332"/>
                </a:lnTo>
                <a:lnTo>
                  <a:pt x="2602969" y="3963210"/>
                </a:lnTo>
                <a:lnTo>
                  <a:pt x="2601510" y="3964730"/>
                </a:lnTo>
                <a:lnTo>
                  <a:pt x="2565288" y="3982374"/>
                </a:lnTo>
                <a:lnTo>
                  <a:pt x="2526026" y="3994539"/>
                </a:lnTo>
                <a:lnTo>
                  <a:pt x="2483334" y="4002012"/>
                </a:lnTo>
                <a:lnTo>
                  <a:pt x="2438204" y="4004556"/>
                </a:lnTo>
                <a:close/>
              </a:path>
              <a:path w="4156710" h="4004945">
                <a:moveTo>
                  <a:pt x="2465802" y="218911"/>
                </a:moveTo>
                <a:lnTo>
                  <a:pt x="2376721" y="218911"/>
                </a:lnTo>
                <a:lnTo>
                  <a:pt x="2388482" y="215369"/>
                </a:lnTo>
                <a:lnTo>
                  <a:pt x="2400297" y="212829"/>
                </a:lnTo>
                <a:lnTo>
                  <a:pt x="2412127" y="211300"/>
                </a:lnTo>
                <a:lnTo>
                  <a:pt x="2423930" y="210789"/>
                </a:lnTo>
                <a:lnTo>
                  <a:pt x="2456781" y="215050"/>
                </a:lnTo>
                <a:lnTo>
                  <a:pt x="2465802" y="218911"/>
                </a:lnTo>
                <a:close/>
              </a:path>
              <a:path w="4156710" h="4004945">
                <a:moveTo>
                  <a:pt x="2937627" y="703424"/>
                </a:moveTo>
                <a:lnTo>
                  <a:pt x="1759819" y="703424"/>
                </a:lnTo>
                <a:lnTo>
                  <a:pt x="1831181" y="661803"/>
                </a:lnTo>
                <a:lnTo>
                  <a:pt x="1831675" y="660947"/>
                </a:lnTo>
                <a:lnTo>
                  <a:pt x="1831777" y="638079"/>
                </a:lnTo>
                <a:lnTo>
                  <a:pt x="1831874" y="635963"/>
                </a:lnTo>
                <a:lnTo>
                  <a:pt x="1831905" y="634862"/>
                </a:lnTo>
                <a:lnTo>
                  <a:pt x="1831237" y="633857"/>
                </a:lnTo>
                <a:lnTo>
                  <a:pt x="1829754" y="633281"/>
                </a:lnTo>
                <a:lnTo>
                  <a:pt x="2937627" y="633281"/>
                </a:lnTo>
                <a:lnTo>
                  <a:pt x="2937627" y="703424"/>
                </a:lnTo>
                <a:close/>
              </a:path>
            </a:pathLst>
          </a:custGeom>
          <a:solidFill>
            <a:srgbClr val="6ECDF1"/>
          </a:solidFill>
        </p:spPr>
        <p:txBody>
          <a:bodyPr wrap="square" lIns="0" tIns="0" rIns="0" bIns="0" rtlCol="0"/>
          <a:lstStyle/>
          <a:p>
            <a:endParaRPr/>
          </a:p>
        </p:txBody>
      </p:sp>
      <p:sp>
        <p:nvSpPr>
          <p:cNvPr id="23" name="bg object 23"/>
          <p:cNvSpPr/>
          <p:nvPr/>
        </p:nvSpPr>
        <p:spPr>
          <a:xfrm>
            <a:off x="1368961" y="5286469"/>
            <a:ext cx="2780030" cy="3009900"/>
          </a:xfrm>
          <a:custGeom>
            <a:avLst/>
            <a:gdLst/>
            <a:ahLst/>
            <a:cxnLst/>
            <a:rect l="l" t="t" r="r" b="b"/>
            <a:pathLst>
              <a:path w="2780029" h="3009900">
                <a:moveTo>
                  <a:pt x="1361766" y="2894391"/>
                </a:moveTo>
                <a:lnTo>
                  <a:pt x="1089526" y="2894391"/>
                </a:lnTo>
                <a:lnTo>
                  <a:pt x="1136577" y="2888933"/>
                </a:lnTo>
                <a:lnTo>
                  <a:pt x="1181098" y="2877569"/>
                </a:lnTo>
                <a:lnTo>
                  <a:pt x="1221325" y="2860304"/>
                </a:lnTo>
                <a:lnTo>
                  <a:pt x="1221327" y="2860057"/>
                </a:lnTo>
                <a:lnTo>
                  <a:pt x="2713991" y="2003596"/>
                </a:lnTo>
                <a:lnTo>
                  <a:pt x="2742477" y="1983577"/>
                </a:lnTo>
                <a:lnTo>
                  <a:pt x="2762882" y="1961330"/>
                </a:lnTo>
                <a:lnTo>
                  <a:pt x="2775206" y="1937576"/>
                </a:lnTo>
                <a:lnTo>
                  <a:pt x="2779449" y="1913038"/>
                </a:lnTo>
                <a:lnTo>
                  <a:pt x="2778495" y="2028497"/>
                </a:lnTo>
                <a:lnTo>
                  <a:pt x="2774252" y="2053037"/>
                </a:lnTo>
                <a:lnTo>
                  <a:pt x="2761928" y="2076792"/>
                </a:lnTo>
                <a:lnTo>
                  <a:pt x="2741523" y="2099039"/>
                </a:lnTo>
                <a:lnTo>
                  <a:pt x="2713037" y="2119058"/>
                </a:lnTo>
                <a:lnTo>
                  <a:pt x="1361766" y="2894391"/>
                </a:lnTo>
                <a:close/>
              </a:path>
              <a:path w="2780029" h="3009900">
                <a:moveTo>
                  <a:pt x="1093772" y="3009680"/>
                </a:moveTo>
                <a:lnTo>
                  <a:pt x="1044763" y="3009680"/>
                </a:lnTo>
                <a:lnTo>
                  <a:pt x="996692" y="3003481"/>
                </a:lnTo>
                <a:lnTo>
                  <a:pt x="951448" y="2991088"/>
                </a:lnTo>
                <a:lnTo>
                  <a:pt x="910984" y="2972498"/>
                </a:lnTo>
                <a:lnTo>
                  <a:pt x="911204" y="2894391"/>
                </a:lnTo>
                <a:lnTo>
                  <a:pt x="911310" y="2857079"/>
                </a:lnTo>
                <a:lnTo>
                  <a:pt x="950838" y="2875287"/>
                </a:lnTo>
                <a:lnTo>
                  <a:pt x="994893" y="2887572"/>
                </a:lnTo>
                <a:lnTo>
                  <a:pt x="1041710" y="2893939"/>
                </a:lnTo>
                <a:lnTo>
                  <a:pt x="1361766" y="2894391"/>
                </a:lnTo>
                <a:lnTo>
                  <a:pt x="1227230" y="2971585"/>
                </a:lnTo>
                <a:lnTo>
                  <a:pt x="1227227" y="2972498"/>
                </a:lnTo>
                <a:lnTo>
                  <a:pt x="1186882" y="2991088"/>
                </a:lnTo>
                <a:lnTo>
                  <a:pt x="1141765" y="3003481"/>
                </a:lnTo>
                <a:lnTo>
                  <a:pt x="1093772" y="3009680"/>
                </a:lnTo>
                <a:close/>
              </a:path>
              <a:path w="2780029" h="3009900">
                <a:moveTo>
                  <a:pt x="435403" y="1029105"/>
                </a:moveTo>
                <a:lnTo>
                  <a:pt x="19882" y="786798"/>
                </a:lnTo>
                <a:lnTo>
                  <a:pt x="0" y="752180"/>
                </a:lnTo>
                <a:lnTo>
                  <a:pt x="0" y="0"/>
                </a:lnTo>
                <a:lnTo>
                  <a:pt x="415518" y="242330"/>
                </a:lnTo>
                <a:lnTo>
                  <a:pt x="415518" y="994490"/>
                </a:lnTo>
                <a:lnTo>
                  <a:pt x="417003" y="1005461"/>
                </a:lnTo>
                <a:lnTo>
                  <a:pt x="421146" y="1015075"/>
                </a:lnTo>
                <a:lnTo>
                  <a:pt x="427476" y="1023066"/>
                </a:lnTo>
                <a:lnTo>
                  <a:pt x="435403" y="1029105"/>
                </a:lnTo>
                <a:close/>
              </a:path>
            </a:pathLst>
          </a:custGeom>
          <a:solidFill>
            <a:srgbClr val="008BEF"/>
          </a:solidFill>
        </p:spPr>
        <p:txBody>
          <a:bodyPr wrap="square" lIns="0" tIns="0" rIns="0" bIns="0" rtlCol="0"/>
          <a:lstStyle/>
          <a:p>
            <a:endParaRPr/>
          </a:p>
        </p:txBody>
      </p:sp>
      <p:pic>
        <p:nvPicPr>
          <p:cNvPr id="24" name="bg object 24"/>
          <p:cNvPicPr/>
          <p:nvPr/>
        </p:nvPicPr>
        <p:blipFill>
          <a:blip r:embed="rId3" cstate="print"/>
          <a:stretch>
            <a:fillRect/>
          </a:stretch>
        </p:blipFill>
        <p:spPr>
          <a:xfrm>
            <a:off x="0" y="20863"/>
            <a:ext cx="10697705" cy="9958733"/>
          </a:xfrm>
          <a:prstGeom prst="rect">
            <a:avLst/>
          </a:prstGeom>
        </p:spPr>
      </p:pic>
      <p:sp>
        <p:nvSpPr>
          <p:cNvPr id="25" name="bg object 25"/>
          <p:cNvSpPr/>
          <p:nvPr/>
        </p:nvSpPr>
        <p:spPr>
          <a:xfrm>
            <a:off x="5414283" y="4497712"/>
            <a:ext cx="1713864" cy="3497579"/>
          </a:xfrm>
          <a:custGeom>
            <a:avLst/>
            <a:gdLst/>
            <a:ahLst/>
            <a:cxnLst/>
            <a:rect l="l" t="t" r="r" b="b"/>
            <a:pathLst>
              <a:path w="1713865" h="3497579">
                <a:moveTo>
                  <a:pt x="222064" y="2488889"/>
                </a:moveTo>
                <a:lnTo>
                  <a:pt x="139768" y="2430816"/>
                </a:lnTo>
                <a:lnTo>
                  <a:pt x="0" y="960989"/>
                </a:lnTo>
                <a:lnTo>
                  <a:pt x="62816" y="814213"/>
                </a:lnTo>
                <a:lnTo>
                  <a:pt x="1394824" y="0"/>
                </a:lnTo>
                <a:lnTo>
                  <a:pt x="1477120" y="58073"/>
                </a:lnTo>
                <a:lnTo>
                  <a:pt x="1616889" y="1527900"/>
                </a:lnTo>
                <a:lnTo>
                  <a:pt x="1554073" y="1674676"/>
                </a:lnTo>
                <a:lnTo>
                  <a:pt x="222064" y="2488889"/>
                </a:lnTo>
                <a:close/>
              </a:path>
              <a:path w="1713865" h="3497579">
                <a:moveTo>
                  <a:pt x="1116665" y="3000315"/>
                </a:moveTo>
                <a:lnTo>
                  <a:pt x="1050192" y="2953407"/>
                </a:lnTo>
                <a:lnTo>
                  <a:pt x="984889" y="2266677"/>
                </a:lnTo>
                <a:lnTo>
                  <a:pt x="1035628" y="2148121"/>
                </a:lnTo>
                <a:lnTo>
                  <a:pt x="1582091" y="1814086"/>
                </a:lnTo>
                <a:lnTo>
                  <a:pt x="1648564" y="1860994"/>
                </a:lnTo>
                <a:lnTo>
                  <a:pt x="1713866" y="2547724"/>
                </a:lnTo>
                <a:lnTo>
                  <a:pt x="1663128" y="2666279"/>
                </a:lnTo>
                <a:lnTo>
                  <a:pt x="1116665" y="3000315"/>
                </a:lnTo>
                <a:close/>
              </a:path>
              <a:path w="1713865" h="3497579">
                <a:moveTo>
                  <a:pt x="303218" y="3497548"/>
                </a:moveTo>
                <a:lnTo>
                  <a:pt x="236746" y="3450640"/>
                </a:lnTo>
                <a:lnTo>
                  <a:pt x="171443" y="2763910"/>
                </a:lnTo>
                <a:lnTo>
                  <a:pt x="222182" y="2645355"/>
                </a:lnTo>
                <a:lnTo>
                  <a:pt x="768645" y="2311320"/>
                </a:lnTo>
                <a:lnTo>
                  <a:pt x="835118" y="2358227"/>
                </a:lnTo>
                <a:lnTo>
                  <a:pt x="900420" y="3044957"/>
                </a:lnTo>
                <a:lnTo>
                  <a:pt x="849682" y="3163513"/>
                </a:lnTo>
                <a:lnTo>
                  <a:pt x="303218" y="3497548"/>
                </a:lnTo>
                <a:close/>
              </a:path>
            </a:pathLst>
          </a:custGeom>
          <a:solidFill>
            <a:srgbClr val="52DEA0">
              <a:alpha val="19999"/>
            </a:srgbClr>
          </a:solidFill>
        </p:spPr>
        <p:txBody>
          <a:bodyPr wrap="square" lIns="0" tIns="0" rIns="0" bIns="0" rtlCol="0"/>
          <a:lstStyle/>
          <a:p>
            <a:endParaRPr/>
          </a:p>
        </p:txBody>
      </p:sp>
      <p:pic>
        <p:nvPicPr>
          <p:cNvPr id="26" name="bg object 26"/>
          <p:cNvPicPr/>
          <p:nvPr/>
        </p:nvPicPr>
        <p:blipFill>
          <a:blip r:embed="rId4" cstate="print"/>
          <a:stretch>
            <a:fillRect/>
          </a:stretch>
        </p:blipFill>
        <p:spPr>
          <a:xfrm>
            <a:off x="5400711" y="4483487"/>
            <a:ext cx="5674266" cy="5492754"/>
          </a:xfrm>
          <a:prstGeom prst="rect">
            <a:avLst/>
          </a:prstGeom>
        </p:spPr>
      </p:pic>
      <p:sp>
        <p:nvSpPr>
          <p:cNvPr id="27" name="bg object 27"/>
          <p:cNvSpPr/>
          <p:nvPr/>
        </p:nvSpPr>
        <p:spPr>
          <a:xfrm>
            <a:off x="5986556" y="7250943"/>
            <a:ext cx="4521835" cy="2624455"/>
          </a:xfrm>
          <a:custGeom>
            <a:avLst/>
            <a:gdLst/>
            <a:ahLst/>
            <a:cxnLst/>
            <a:rect l="l" t="t" r="r" b="b"/>
            <a:pathLst>
              <a:path w="4521834" h="2624454">
                <a:moveTo>
                  <a:pt x="182139" y="1034967"/>
                </a:moveTo>
                <a:lnTo>
                  <a:pt x="175223" y="1034967"/>
                </a:lnTo>
                <a:lnTo>
                  <a:pt x="172917" y="1034390"/>
                </a:lnTo>
                <a:lnTo>
                  <a:pt x="2554" y="935980"/>
                </a:lnTo>
                <a:lnTo>
                  <a:pt x="0" y="931550"/>
                </a:lnTo>
                <a:lnTo>
                  <a:pt x="0" y="921956"/>
                </a:lnTo>
                <a:lnTo>
                  <a:pt x="2554" y="917526"/>
                </a:lnTo>
                <a:lnTo>
                  <a:pt x="176179" y="817202"/>
                </a:lnTo>
                <a:lnTo>
                  <a:pt x="184392" y="819404"/>
                </a:lnTo>
                <a:lnTo>
                  <a:pt x="191819" y="832255"/>
                </a:lnTo>
                <a:lnTo>
                  <a:pt x="189618" y="840460"/>
                </a:lnTo>
                <a:lnTo>
                  <a:pt x="40239" y="926753"/>
                </a:lnTo>
                <a:lnTo>
                  <a:pt x="190640" y="1013630"/>
                </a:lnTo>
                <a:lnTo>
                  <a:pt x="192840" y="1021834"/>
                </a:lnTo>
                <a:lnTo>
                  <a:pt x="186645" y="1032562"/>
                </a:lnTo>
                <a:lnTo>
                  <a:pt x="182139" y="1034967"/>
                </a:lnTo>
                <a:close/>
              </a:path>
              <a:path w="4521834" h="2624454">
                <a:moveTo>
                  <a:pt x="2930311" y="2623887"/>
                </a:moveTo>
                <a:lnTo>
                  <a:pt x="2925674" y="2623887"/>
                </a:lnTo>
                <a:lnTo>
                  <a:pt x="2923356" y="2623290"/>
                </a:lnTo>
                <a:lnTo>
                  <a:pt x="2750766" y="2523583"/>
                </a:lnTo>
                <a:lnTo>
                  <a:pt x="2748565" y="2515378"/>
                </a:lnTo>
                <a:lnTo>
                  <a:pt x="2755979" y="2502527"/>
                </a:lnTo>
                <a:lnTo>
                  <a:pt x="2764192" y="2500332"/>
                </a:lnTo>
                <a:lnTo>
                  <a:pt x="2927993" y="2594967"/>
                </a:lnTo>
                <a:lnTo>
                  <a:pt x="2981659" y="2594967"/>
                </a:lnTo>
                <a:lnTo>
                  <a:pt x="2932630" y="2623290"/>
                </a:lnTo>
                <a:lnTo>
                  <a:pt x="2930311" y="2623887"/>
                </a:lnTo>
                <a:close/>
              </a:path>
              <a:path w="4521834" h="2624454">
                <a:moveTo>
                  <a:pt x="2981659" y="2594967"/>
                </a:moveTo>
                <a:lnTo>
                  <a:pt x="2927993" y="2594967"/>
                </a:lnTo>
                <a:lnTo>
                  <a:pt x="3090759" y="2500928"/>
                </a:lnTo>
                <a:lnTo>
                  <a:pt x="3098972" y="2503123"/>
                </a:lnTo>
                <a:lnTo>
                  <a:pt x="3106399" y="2515974"/>
                </a:lnTo>
                <a:lnTo>
                  <a:pt x="3104198" y="2524179"/>
                </a:lnTo>
                <a:lnTo>
                  <a:pt x="2981659" y="2594967"/>
                </a:lnTo>
                <a:close/>
              </a:path>
              <a:path w="4521834" h="2624454">
                <a:moveTo>
                  <a:pt x="1764064" y="120514"/>
                </a:moveTo>
                <a:lnTo>
                  <a:pt x="1762882" y="118233"/>
                </a:lnTo>
                <a:lnTo>
                  <a:pt x="1761133" y="116261"/>
                </a:lnTo>
                <a:lnTo>
                  <a:pt x="1573152" y="10209"/>
                </a:lnTo>
                <a:lnTo>
                  <a:pt x="1590812" y="0"/>
                </a:lnTo>
                <a:lnTo>
                  <a:pt x="1595947" y="0"/>
                </a:lnTo>
                <a:lnTo>
                  <a:pt x="1770607" y="100906"/>
                </a:lnTo>
                <a:lnTo>
                  <a:pt x="1772808" y="109111"/>
                </a:lnTo>
                <a:lnTo>
                  <a:pt x="1767850" y="117696"/>
                </a:lnTo>
                <a:lnTo>
                  <a:pt x="1766094" y="119373"/>
                </a:lnTo>
                <a:lnTo>
                  <a:pt x="1764064" y="120514"/>
                </a:lnTo>
                <a:close/>
              </a:path>
              <a:path w="4521834" h="2624454">
                <a:moveTo>
                  <a:pt x="4347172" y="1805367"/>
                </a:moveTo>
                <a:lnTo>
                  <a:pt x="4340256" y="1805367"/>
                </a:lnTo>
                <a:lnTo>
                  <a:pt x="4335750" y="1802962"/>
                </a:lnTo>
                <a:lnTo>
                  <a:pt x="4329554" y="1792234"/>
                </a:lnTo>
                <a:lnTo>
                  <a:pt x="4331755" y="1784029"/>
                </a:lnTo>
                <a:lnTo>
                  <a:pt x="4481121" y="1697742"/>
                </a:lnTo>
                <a:lnTo>
                  <a:pt x="4330733" y="1610860"/>
                </a:lnTo>
                <a:lnTo>
                  <a:pt x="4328532" y="1602648"/>
                </a:lnTo>
                <a:lnTo>
                  <a:pt x="4335946" y="1589798"/>
                </a:lnTo>
                <a:lnTo>
                  <a:pt x="4344159" y="1587615"/>
                </a:lnTo>
                <a:lnTo>
                  <a:pt x="4518806" y="1688516"/>
                </a:lnTo>
                <a:lnTo>
                  <a:pt x="4521360" y="1692946"/>
                </a:lnTo>
                <a:lnTo>
                  <a:pt x="4521360" y="1702539"/>
                </a:lnTo>
                <a:lnTo>
                  <a:pt x="4518806" y="1706969"/>
                </a:lnTo>
                <a:lnTo>
                  <a:pt x="4349477" y="1804790"/>
                </a:lnTo>
                <a:lnTo>
                  <a:pt x="4347172" y="1805367"/>
                </a:lnTo>
                <a:close/>
              </a:path>
            </a:pathLst>
          </a:custGeom>
          <a:solidFill>
            <a:srgbClr val="52DEA0"/>
          </a:solidFill>
        </p:spPr>
        <p:txBody>
          <a:bodyPr wrap="square" lIns="0" tIns="0" rIns="0" bIns="0" rtlCol="0"/>
          <a:lstStyle/>
          <a:p>
            <a:endParaRPr/>
          </a:p>
        </p:txBody>
      </p:sp>
      <p:pic>
        <p:nvPicPr>
          <p:cNvPr id="28" name="bg object 28"/>
          <p:cNvPicPr/>
          <p:nvPr/>
        </p:nvPicPr>
        <p:blipFill>
          <a:blip r:embed="rId5" cstate="print"/>
          <a:stretch>
            <a:fillRect/>
          </a:stretch>
        </p:blipFill>
        <p:spPr>
          <a:xfrm>
            <a:off x="0" y="5620347"/>
            <a:ext cx="1986996" cy="4455106"/>
          </a:xfrm>
          <a:prstGeom prst="rect">
            <a:avLst/>
          </a:prstGeom>
        </p:spPr>
      </p:pic>
      <p:pic>
        <p:nvPicPr>
          <p:cNvPr id="29" name="bg object 29"/>
          <p:cNvPicPr/>
          <p:nvPr/>
        </p:nvPicPr>
        <p:blipFill>
          <a:blip r:embed="rId6" cstate="print"/>
          <a:stretch>
            <a:fillRect/>
          </a:stretch>
        </p:blipFill>
        <p:spPr>
          <a:xfrm>
            <a:off x="2150776" y="5392806"/>
            <a:ext cx="3586309" cy="4886454"/>
          </a:xfrm>
          <a:prstGeom prst="rect">
            <a:avLst/>
          </a:prstGeom>
        </p:spPr>
      </p:pic>
      <p:pic>
        <p:nvPicPr>
          <p:cNvPr id="30" name="bg object 30"/>
          <p:cNvPicPr/>
          <p:nvPr/>
        </p:nvPicPr>
        <p:blipFill>
          <a:blip r:embed="rId7" cstate="print"/>
          <a:stretch>
            <a:fillRect/>
          </a:stretch>
        </p:blipFill>
        <p:spPr>
          <a:xfrm>
            <a:off x="11198351" y="3441191"/>
            <a:ext cx="6266687" cy="1962911"/>
          </a:xfrm>
          <a:prstGeom prst="rect">
            <a:avLst/>
          </a:prstGeom>
        </p:spPr>
      </p:pic>
      <p:sp>
        <p:nvSpPr>
          <p:cNvPr id="2" name="Holder 2"/>
          <p:cNvSpPr>
            <a:spLocks noGrp="1"/>
          </p:cNvSpPr>
          <p:nvPr>
            <p:ph type="ctrTitle"/>
          </p:nvPr>
        </p:nvSpPr>
        <p:spPr>
          <a:xfrm>
            <a:off x="11476897" y="3453233"/>
            <a:ext cx="5721984" cy="1808479"/>
          </a:xfrm>
          <a:prstGeom prst="rect">
            <a:avLst/>
          </a:prstGeom>
        </p:spPr>
        <p:txBody>
          <a:bodyPr wrap="square" lIns="0" tIns="0" rIns="0" bIns="0">
            <a:spAutoFit/>
          </a:bodyPr>
          <a:lstStyle>
            <a:lvl1pPr>
              <a:defRPr sz="5200" b="0" i="0">
                <a:solidFill>
                  <a:schemeClr val="tx1"/>
                </a:solidFill>
                <a:latin typeface="Arial Black"/>
                <a:cs typeface="Arial Black"/>
              </a:defRPr>
            </a:lvl1pPr>
          </a:lstStyle>
          <a:p>
            <a:endParaRPr/>
          </a:p>
        </p:txBody>
      </p:sp>
      <p:sp>
        <p:nvSpPr>
          <p:cNvPr id="3" name="Holder 3"/>
          <p:cNvSpPr>
            <a:spLocks noGrp="1"/>
          </p:cNvSpPr>
          <p:nvPr>
            <p:ph type="subTitle" idx="4"/>
          </p:nvPr>
        </p:nvSpPr>
        <p:spPr>
          <a:xfrm>
            <a:off x="11228711" y="6521191"/>
            <a:ext cx="6511290" cy="2211704"/>
          </a:xfrm>
          <a:prstGeom prst="rect">
            <a:avLst/>
          </a:prstGeom>
        </p:spPr>
        <p:txBody>
          <a:bodyPr wrap="square" lIns="0" tIns="0" rIns="0" bIns="0">
            <a:spAutoFit/>
          </a:bodyPr>
          <a:lstStyle>
            <a:lvl1pPr>
              <a:defRPr sz="4450" b="0" i="0">
                <a:solidFill>
                  <a:schemeClr val="bg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0" i="0">
                <a:solidFill>
                  <a:schemeClr val="tx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4450" b="0" i="0">
                <a:solidFill>
                  <a:schemeClr val="bg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0" i="0">
                <a:solidFill>
                  <a:schemeClr val="tx1"/>
                </a:solidFill>
                <a:latin typeface="Arial Black"/>
                <a:cs typeface="Arial Black"/>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0" i="0">
                <a:solidFill>
                  <a:schemeClr val="tx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034072"/>
          </a:solidFill>
        </p:spPr>
        <p:txBody>
          <a:bodyPr wrap="square" lIns="0" tIns="0" rIns="0" bIns="0" rtlCol="0"/>
          <a:lstStyle/>
          <a:p>
            <a:endParaRPr/>
          </a:p>
        </p:txBody>
      </p:sp>
      <p:sp>
        <p:nvSpPr>
          <p:cNvPr id="2" name="Holder 2"/>
          <p:cNvSpPr>
            <a:spLocks noGrp="1"/>
          </p:cNvSpPr>
          <p:nvPr>
            <p:ph type="title"/>
          </p:nvPr>
        </p:nvSpPr>
        <p:spPr>
          <a:xfrm>
            <a:off x="5812974" y="400249"/>
            <a:ext cx="8829162" cy="1016150"/>
          </a:xfrm>
          <a:prstGeom prst="rect">
            <a:avLst/>
          </a:prstGeom>
        </p:spPr>
        <p:txBody>
          <a:bodyPr wrap="square" lIns="0" tIns="0" rIns="0" bIns="0">
            <a:spAutoFit/>
          </a:bodyPr>
          <a:lstStyle>
            <a:lvl1pPr>
              <a:defRPr sz="5200" b="0" i="0">
                <a:solidFill>
                  <a:schemeClr val="tx1"/>
                </a:solidFill>
                <a:latin typeface="Arial Black"/>
                <a:cs typeface="Arial Black"/>
              </a:defRPr>
            </a:lvl1pPr>
          </a:lstStyle>
          <a:p>
            <a:endParaRPr/>
          </a:p>
        </p:txBody>
      </p:sp>
      <p:sp>
        <p:nvSpPr>
          <p:cNvPr id="3" name="Holder 3"/>
          <p:cNvSpPr>
            <a:spLocks noGrp="1"/>
          </p:cNvSpPr>
          <p:nvPr>
            <p:ph type="body" idx="1"/>
          </p:nvPr>
        </p:nvSpPr>
        <p:spPr>
          <a:xfrm>
            <a:off x="652526" y="3079244"/>
            <a:ext cx="16878935" cy="3930015"/>
          </a:xfrm>
          <a:prstGeom prst="rect">
            <a:avLst/>
          </a:prstGeom>
        </p:spPr>
        <p:txBody>
          <a:bodyPr wrap="square" lIns="0" tIns="0" rIns="0" bIns="0">
            <a:spAutoFit/>
          </a:bodyPr>
          <a:lstStyle>
            <a:lvl1pPr>
              <a:defRPr sz="4450" b="0" i="0">
                <a:solidFill>
                  <a:schemeClr val="bg1"/>
                </a:solidFill>
                <a:latin typeface="Arial"/>
                <a:cs typeface="Arial"/>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10/17/2026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11700" b="1" spc="-10" dirty="0">
                <a:solidFill>
                  <a:srgbClr val="52DEA0"/>
                </a:solidFill>
                <a:latin typeface="Trebuchet MS"/>
                <a:cs typeface="Trebuchet MS"/>
              </a:rPr>
              <a:t>NalamAI</a:t>
            </a:r>
            <a:endParaRPr sz="11700">
              <a:latin typeface="Trebuchet MS"/>
              <a:cs typeface="Trebuchet MS"/>
            </a:endParaRPr>
          </a:p>
        </p:txBody>
      </p:sp>
      <p:pic>
        <p:nvPicPr>
          <p:cNvPr id="3" name="object 3"/>
          <p:cNvPicPr/>
          <p:nvPr/>
        </p:nvPicPr>
        <p:blipFill>
          <a:blip r:embed="rId2" cstate="print"/>
          <a:stretch>
            <a:fillRect/>
          </a:stretch>
        </p:blipFill>
        <p:spPr>
          <a:xfrm>
            <a:off x="11152631" y="6687311"/>
            <a:ext cx="6675119" cy="2164079"/>
          </a:xfrm>
          <a:prstGeom prst="rect">
            <a:avLst/>
          </a:prstGeom>
        </p:spPr>
      </p:pic>
      <p:sp>
        <p:nvSpPr>
          <p:cNvPr id="4" name="object 4"/>
          <p:cNvSpPr txBox="1">
            <a:spLocks noGrp="1"/>
          </p:cNvSpPr>
          <p:nvPr>
            <p:ph type="subTitle" idx="4"/>
          </p:nvPr>
        </p:nvSpPr>
        <p:spPr>
          <a:prstGeom prst="rect">
            <a:avLst/>
          </a:prstGeom>
        </p:spPr>
        <p:txBody>
          <a:bodyPr vert="horz" wrap="square" lIns="0" tIns="184150" rIns="0" bIns="0" rtlCol="0">
            <a:spAutoFit/>
          </a:bodyPr>
          <a:lstStyle/>
          <a:p>
            <a:pPr marL="12700">
              <a:lnSpc>
                <a:spcPct val="100000"/>
              </a:lnSpc>
              <a:spcBef>
                <a:spcPts val="1450"/>
              </a:spcBef>
            </a:pPr>
            <a:r>
              <a:rPr sz="3350" spc="-145" dirty="0">
                <a:solidFill>
                  <a:srgbClr val="6ECDF1"/>
                </a:solidFill>
              </a:rPr>
              <a:t>Shanmuga</a:t>
            </a:r>
            <a:r>
              <a:rPr sz="3350" spc="-229" dirty="0">
                <a:solidFill>
                  <a:srgbClr val="6ECDF1"/>
                </a:solidFill>
              </a:rPr>
              <a:t> </a:t>
            </a:r>
            <a:r>
              <a:rPr sz="3350" spc="-155" dirty="0">
                <a:solidFill>
                  <a:srgbClr val="6ECDF1"/>
                </a:solidFill>
              </a:rPr>
              <a:t>Priya</a:t>
            </a:r>
            <a:r>
              <a:rPr sz="3350" spc="-225" dirty="0">
                <a:solidFill>
                  <a:srgbClr val="6ECDF1"/>
                </a:solidFill>
              </a:rPr>
              <a:t> </a:t>
            </a:r>
            <a:r>
              <a:rPr sz="3350" spc="-229" dirty="0">
                <a:solidFill>
                  <a:srgbClr val="6ECDF1"/>
                </a:solidFill>
              </a:rPr>
              <a:t>L </a:t>
            </a:r>
            <a:r>
              <a:rPr sz="3350" spc="-25" dirty="0">
                <a:solidFill>
                  <a:srgbClr val="6ECDF1"/>
                </a:solidFill>
              </a:rPr>
              <a:t>-</a:t>
            </a:r>
            <a:r>
              <a:rPr sz="3350" spc="114" dirty="0">
                <a:solidFill>
                  <a:srgbClr val="6ECDF1"/>
                </a:solidFill>
              </a:rPr>
              <a:t>111725201143</a:t>
            </a:r>
            <a:endParaRPr sz="3350"/>
          </a:p>
          <a:p>
            <a:pPr marL="12700">
              <a:lnSpc>
                <a:spcPct val="100000"/>
              </a:lnSpc>
              <a:spcBef>
                <a:spcPts val="1530"/>
              </a:spcBef>
            </a:pPr>
            <a:r>
              <a:rPr sz="3650" spc="-150" dirty="0">
                <a:solidFill>
                  <a:srgbClr val="6ECDF1"/>
                </a:solidFill>
              </a:rPr>
              <a:t>Saranyaa</a:t>
            </a:r>
            <a:r>
              <a:rPr sz="3650" spc="-265" dirty="0">
                <a:solidFill>
                  <a:srgbClr val="6ECDF1"/>
                </a:solidFill>
              </a:rPr>
              <a:t> </a:t>
            </a:r>
            <a:r>
              <a:rPr sz="3650" spc="-295" dirty="0">
                <a:solidFill>
                  <a:srgbClr val="6ECDF1"/>
                </a:solidFill>
              </a:rPr>
              <a:t>D</a:t>
            </a:r>
            <a:r>
              <a:rPr sz="3650" spc="-265" dirty="0">
                <a:solidFill>
                  <a:srgbClr val="6ECDF1"/>
                </a:solidFill>
              </a:rPr>
              <a:t> </a:t>
            </a:r>
            <a:r>
              <a:rPr sz="3650" dirty="0">
                <a:solidFill>
                  <a:srgbClr val="6ECDF1"/>
                </a:solidFill>
              </a:rPr>
              <a:t>-</a:t>
            </a:r>
            <a:r>
              <a:rPr sz="3650" spc="-260" dirty="0">
                <a:solidFill>
                  <a:srgbClr val="6ECDF1"/>
                </a:solidFill>
              </a:rPr>
              <a:t> </a:t>
            </a:r>
            <a:r>
              <a:rPr sz="3650" spc="165" dirty="0">
                <a:solidFill>
                  <a:srgbClr val="6ECDF1"/>
                </a:solidFill>
              </a:rPr>
              <a:t>111725201136</a:t>
            </a:r>
            <a:endParaRPr sz="3650"/>
          </a:p>
          <a:p>
            <a:pPr marL="12700">
              <a:lnSpc>
                <a:spcPct val="100000"/>
              </a:lnSpc>
              <a:spcBef>
                <a:spcPts val="1545"/>
              </a:spcBef>
            </a:pPr>
            <a:r>
              <a:rPr sz="3650" spc="-25" dirty="0">
                <a:solidFill>
                  <a:srgbClr val="6ECDF1"/>
                </a:solidFill>
              </a:rPr>
              <a:t>Sakthi</a:t>
            </a:r>
            <a:r>
              <a:rPr sz="3650" spc="-265" dirty="0">
                <a:solidFill>
                  <a:srgbClr val="6ECDF1"/>
                </a:solidFill>
              </a:rPr>
              <a:t> </a:t>
            </a:r>
            <a:r>
              <a:rPr sz="3650" spc="-155" dirty="0">
                <a:solidFill>
                  <a:srgbClr val="6ECDF1"/>
                </a:solidFill>
              </a:rPr>
              <a:t>Priya</a:t>
            </a:r>
            <a:r>
              <a:rPr sz="3650" spc="-260" dirty="0">
                <a:solidFill>
                  <a:srgbClr val="6ECDF1"/>
                </a:solidFill>
              </a:rPr>
              <a:t> </a:t>
            </a:r>
            <a:r>
              <a:rPr sz="3650" spc="-250" dirty="0">
                <a:solidFill>
                  <a:srgbClr val="6ECDF1"/>
                </a:solidFill>
              </a:rPr>
              <a:t>S</a:t>
            </a:r>
            <a:r>
              <a:rPr sz="3650" spc="-265" dirty="0">
                <a:solidFill>
                  <a:srgbClr val="6ECDF1"/>
                </a:solidFill>
              </a:rPr>
              <a:t> </a:t>
            </a:r>
            <a:r>
              <a:rPr sz="3650" spc="-20" dirty="0">
                <a:solidFill>
                  <a:srgbClr val="6ECDF1"/>
                </a:solidFill>
              </a:rPr>
              <a:t>-</a:t>
            </a:r>
            <a:r>
              <a:rPr sz="3650" spc="-260" dirty="0">
                <a:solidFill>
                  <a:srgbClr val="6ECDF1"/>
                </a:solidFill>
              </a:rPr>
              <a:t> </a:t>
            </a:r>
            <a:r>
              <a:rPr sz="3650" spc="145" dirty="0">
                <a:solidFill>
                  <a:srgbClr val="6ECDF1"/>
                </a:solidFill>
              </a:rPr>
              <a:t>111725201124</a:t>
            </a:r>
            <a:endParaRPr sz="36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88000" cy="10203815"/>
            <a:chOff x="0" y="0"/>
            <a:chExt cx="18288000" cy="10203815"/>
          </a:xfrm>
        </p:grpSpPr>
        <p:pic>
          <p:nvPicPr>
            <p:cNvPr id="3" name="object 3"/>
            <p:cNvPicPr/>
            <p:nvPr/>
          </p:nvPicPr>
          <p:blipFill>
            <a:blip r:embed="rId2" cstate="print"/>
            <a:stretch>
              <a:fillRect/>
            </a:stretch>
          </p:blipFill>
          <p:spPr>
            <a:xfrm>
              <a:off x="4858151" y="3300560"/>
              <a:ext cx="3965507" cy="4413114"/>
            </a:xfrm>
            <a:prstGeom prst="rect">
              <a:avLst/>
            </a:prstGeom>
          </p:spPr>
        </p:pic>
        <p:sp>
          <p:nvSpPr>
            <p:cNvPr id="4" name="object 4"/>
            <p:cNvSpPr/>
            <p:nvPr/>
          </p:nvSpPr>
          <p:spPr>
            <a:xfrm>
              <a:off x="4981846" y="5325262"/>
              <a:ext cx="3718560" cy="2155825"/>
            </a:xfrm>
            <a:custGeom>
              <a:avLst/>
              <a:gdLst/>
              <a:ahLst/>
              <a:cxnLst/>
              <a:rect l="l" t="t" r="r" b="b"/>
              <a:pathLst>
                <a:path w="3718559" h="2155825">
                  <a:moveTo>
                    <a:pt x="2697498" y="2155309"/>
                  </a:moveTo>
                  <a:lnTo>
                    <a:pt x="2693868" y="2155309"/>
                  </a:lnTo>
                  <a:lnTo>
                    <a:pt x="2692053" y="2154842"/>
                  </a:lnTo>
                  <a:lnTo>
                    <a:pt x="2580305" y="2090344"/>
                  </a:lnTo>
                  <a:lnTo>
                    <a:pt x="2578683" y="2084307"/>
                  </a:lnTo>
                  <a:lnTo>
                    <a:pt x="2578582" y="2083927"/>
                  </a:lnTo>
                  <a:lnTo>
                    <a:pt x="2584385" y="2073877"/>
                  </a:lnTo>
                  <a:lnTo>
                    <a:pt x="2590805" y="2072154"/>
                  </a:lnTo>
                  <a:lnTo>
                    <a:pt x="2695683" y="2132690"/>
                  </a:lnTo>
                  <a:lnTo>
                    <a:pt x="2737694" y="2132690"/>
                  </a:lnTo>
                  <a:lnTo>
                    <a:pt x="2699313" y="2154842"/>
                  </a:lnTo>
                  <a:lnTo>
                    <a:pt x="2697498" y="2155309"/>
                  </a:lnTo>
                  <a:close/>
                </a:path>
                <a:path w="3718559" h="2155825">
                  <a:moveTo>
                    <a:pt x="2737694" y="2132690"/>
                  </a:moveTo>
                  <a:lnTo>
                    <a:pt x="2695683" y="2132690"/>
                  </a:lnTo>
                  <a:lnTo>
                    <a:pt x="2799885" y="2072544"/>
                  </a:lnTo>
                  <a:lnTo>
                    <a:pt x="2806315" y="2074261"/>
                  </a:lnTo>
                  <a:lnTo>
                    <a:pt x="2812129" y="2084307"/>
                  </a:lnTo>
                  <a:lnTo>
                    <a:pt x="2810508" y="2090344"/>
                  </a:lnTo>
                  <a:lnTo>
                    <a:pt x="2810406" y="2090724"/>
                  </a:lnTo>
                  <a:lnTo>
                    <a:pt x="2737694" y="2132690"/>
                  </a:lnTo>
                  <a:close/>
                </a:path>
                <a:path w="3718559" h="2155825">
                  <a:moveTo>
                    <a:pt x="119224" y="666183"/>
                  </a:moveTo>
                  <a:lnTo>
                    <a:pt x="113809" y="666183"/>
                  </a:lnTo>
                  <a:lnTo>
                    <a:pt x="112005" y="665731"/>
                  </a:lnTo>
                  <a:lnTo>
                    <a:pt x="1999" y="602238"/>
                  </a:lnTo>
                  <a:lnTo>
                    <a:pt x="0" y="598773"/>
                  </a:lnTo>
                  <a:lnTo>
                    <a:pt x="0" y="591270"/>
                  </a:lnTo>
                  <a:lnTo>
                    <a:pt x="1999" y="587805"/>
                  </a:lnTo>
                  <a:lnTo>
                    <a:pt x="114702" y="522743"/>
                  </a:lnTo>
                  <a:lnTo>
                    <a:pt x="121131" y="524471"/>
                  </a:lnTo>
                  <a:lnTo>
                    <a:pt x="126945" y="534516"/>
                  </a:lnTo>
                  <a:lnTo>
                    <a:pt x="125222" y="540933"/>
                  </a:lnTo>
                  <a:lnTo>
                    <a:pt x="31500" y="595022"/>
                  </a:lnTo>
                  <a:lnTo>
                    <a:pt x="125879" y="649494"/>
                  </a:lnTo>
                  <a:lnTo>
                    <a:pt x="127601" y="655911"/>
                  </a:lnTo>
                  <a:lnTo>
                    <a:pt x="122751" y="664302"/>
                  </a:lnTo>
                  <a:lnTo>
                    <a:pt x="119224" y="666183"/>
                  </a:lnTo>
                  <a:close/>
                </a:path>
                <a:path w="3718559" h="2155825">
                  <a:moveTo>
                    <a:pt x="3604964" y="1631540"/>
                  </a:moveTo>
                  <a:lnTo>
                    <a:pt x="3599549" y="1631540"/>
                  </a:lnTo>
                  <a:lnTo>
                    <a:pt x="3596022" y="1629659"/>
                  </a:lnTo>
                  <a:lnTo>
                    <a:pt x="3591172" y="1621269"/>
                  </a:lnTo>
                  <a:lnTo>
                    <a:pt x="3592894" y="1614852"/>
                  </a:lnTo>
                  <a:lnTo>
                    <a:pt x="3686617" y="1560758"/>
                  </a:lnTo>
                  <a:lnTo>
                    <a:pt x="3592238" y="1506291"/>
                  </a:lnTo>
                  <a:lnTo>
                    <a:pt x="3590516" y="1499874"/>
                  </a:lnTo>
                  <a:lnTo>
                    <a:pt x="3596319" y="1489828"/>
                  </a:lnTo>
                  <a:lnTo>
                    <a:pt x="3602738" y="1488111"/>
                  </a:lnTo>
                  <a:lnTo>
                    <a:pt x="3716118" y="1553542"/>
                  </a:lnTo>
                  <a:lnTo>
                    <a:pt x="3718117" y="1557006"/>
                  </a:lnTo>
                  <a:lnTo>
                    <a:pt x="3718117" y="1564510"/>
                  </a:lnTo>
                  <a:lnTo>
                    <a:pt x="3716118" y="1567975"/>
                  </a:lnTo>
                  <a:lnTo>
                    <a:pt x="3606768" y="1631089"/>
                  </a:lnTo>
                  <a:lnTo>
                    <a:pt x="3604964" y="1631540"/>
                  </a:lnTo>
                  <a:close/>
                </a:path>
                <a:path w="3718559" h="2155825">
                  <a:moveTo>
                    <a:pt x="918221" y="83231"/>
                  </a:moveTo>
                  <a:lnTo>
                    <a:pt x="911802" y="81524"/>
                  </a:lnTo>
                  <a:lnTo>
                    <a:pt x="905998" y="71483"/>
                  </a:lnTo>
                  <a:lnTo>
                    <a:pt x="907619" y="65441"/>
                  </a:lnTo>
                  <a:lnTo>
                    <a:pt x="907721" y="65061"/>
                  </a:lnTo>
                  <a:lnTo>
                    <a:pt x="1020424" y="0"/>
                  </a:lnTo>
                  <a:lnTo>
                    <a:pt x="1024443" y="0"/>
                  </a:lnTo>
                  <a:lnTo>
                    <a:pt x="1064444" y="23089"/>
                  </a:lnTo>
                  <a:lnTo>
                    <a:pt x="1022433" y="23089"/>
                  </a:lnTo>
                  <a:lnTo>
                    <a:pt x="918221" y="83231"/>
                  </a:lnTo>
                  <a:close/>
                </a:path>
                <a:path w="3718559" h="2155825">
                  <a:moveTo>
                    <a:pt x="1131157" y="82129"/>
                  </a:moveTo>
                  <a:lnTo>
                    <a:pt x="1125743" y="82129"/>
                  </a:lnTo>
                  <a:lnTo>
                    <a:pt x="1123939" y="81678"/>
                  </a:lnTo>
                  <a:lnTo>
                    <a:pt x="1022433" y="23089"/>
                  </a:lnTo>
                  <a:lnTo>
                    <a:pt x="1064444" y="23089"/>
                  </a:lnTo>
                  <a:lnTo>
                    <a:pt x="1137812" y="65441"/>
                  </a:lnTo>
                  <a:lnTo>
                    <a:pt x="1139435" y="71483"/>
                  </a:lnTo>
                  <a:lnTo>
                    <a:pt x="1139535" y="71857"/>
                  </a:lnTo>
                  <a:lnTo>
                    <a:pt x="1134685" y="80248"/>
                  </a:lnTo>
                  <a:lnTo>
                    <a:pt x="1131157" y="82129"/>
                  </a:lnTo>
                  <a:close/>
                </a:path>
                <a:path w="3718559" h="2155825">
                  <a:moveTo>
                    <a:pt x="3375293" y="1761955"/>
                  </a:moveTo>
                  <a:lnTo>
                    <a:pt x="3371663" y="1761955"/>
                  </a:lnTo>
                  <a:lnTo>
                    <a:pt x="3369848" y="1761489"/>
                  </a:lnTo>
                  <a:lnTo>
                    <a:pt x="3204890" y="1666280"/>
                  </a:lnTo>
                  <a:lnTo>
                    <a:pt x="3202891" y="1662815"/>
                  </a:lnTo>
                  <a:lnTo>
                    <a:pt x="3202891" y="1655311"/>
                  </a:lnTo>
                  <a:lnTo>
                    <a:pt x="3204890" y="1651847"/>
                  </a:lnTo>
                  <a:lnTo>
                    <a:pt x="3356189" y="1564515"/>
                  </a:lnTo>
                  <a:lnTo>
                    <a:pt x="3360209" y="1564515"/>
                  </a:lnTo>
                  <a:lnTo>
                    <a:pt x="3400213" y="1587605"/>
                  </a:lnTo>
                  <a:lnTo>
                    <a:pt x="3358199" y="1587605"/>
                  </a:lnTo>
                  <a:lnTo>
                    <a:pt x="3234391" y="1659063"/>
                  </a:lnTo>
                  <a:lnTo>
                    <a:pt x="3373478" y="1739337"/>
                  </a:lnTo>
                  <a:lnTo>
                    <a:pt x="3415483" y="1739337"/>
                  </a:lnTo>
                  <a:lnTo>
                    <a:pt x="3377108" y="1761489"/>
                  </a:lnTo>
                  <a:lnTo>
                    <a:pt x="3375293" y="1761955"/>
                  </a:lnTo>
                  <a:close/>
                </a:path>
                <a:path w="3718559" h="2155825">
                  <a:moveTo>
                    <a:pt x="3059324" y="1946475"/>
                  </a:moveTo>
                  <a:lnTo>
                    <a:pt x="3055694" y="1946475"/>
                  </a:lnTo>
                  <a:lnTo>
                    <a:pt x="3053879" y="1946008"/>
                  </a:lnTo>
                  <a:lnTo>
                    <a:pt x="2730793" y="1759526"/>
                  </a:lnTo>
                  <a:lnTo>
                    <a:pt x="2728794" y="1756061"/>
                  </a:lnTo>
                  <a:lnTo>
                    <a:pt x="2728794" y="1748558"/>
                  </a:lnTo>
                  <a:lnTo>
                    <a:pt x="2730793" y="1745093"/>
                  </a:lnTo>
                  <a:lnTo>
                    <a:pt x="3008320" y="1584909"/>
                  </a:lnTo>
                  <a:lnTo>
                    <a:pt x="3012339" y="1584909"/>
                  </a:lnTo>
                  <a:lnTo>
                    <a:pt x="3052344" y="1607999"/>
                  </a:lnTo>
                  <a:lnTo>
                    <a:pt x="3010330" y="1607999"/>
                  </a:lnTo>
                  <a:lnTo>
                    <a:pt x="2760294" y="1752310"/>
                  </a:lnTo>
                  <a:lnTo>
                    <a:pt x="3057509" y="1923856"/>
                  </a:lnTo>
                  <a:lnTo>
                    <a:pt x="3099516" y="1923856"/>
                  </a:lnTo>
                  <a:lnTo>
                    <a:pt x="3061139" y="1946008"/>
                  </a:lnTo>
                  <a:lnTo>
                    <a:pt x="3059324" y="1946475"/>
                  </a:lnTo>
                  <a:close/>
                </a:path>
                <a:path w="3718559" h="2155825">
                  <a:moveTo>
                    <a:pt x="3415483" y="1739337"/>
                  </a:moveTo>
                  <a:lnTo>
                    <a:pt x="3373478" y="1739337"/>
                  </a:lnTo>
                  <a:lnTo>
                    <a:pt x="3497285" y="1667879"/>
                  </a:lnTo>
                  <a:lnTo>
                    <a:pt x="3358199" y="1587605"/>
                  </a:lnTo>
                  <a:lnTo>
                    <a:pt x="3400213" y="1587605"/>
                  </a:lnTo>
                  <a:lnTo>
                    <a:pt x="3526786" y="1660662"/>
                  </a:lnTo>
                  <a:lnTo>
                    <a:pt x="3528786" y="1664127"/>
                  </a:lnTo>
                  <a:lnTo>
                    <a:pt x="3528786" y="1671631"/>
                  </a:lnTo>
                  <a:lnTo>
                    <a:pt x="3526786" y="1675096"/>
                  </a:lnTo>
                  <a:lnTo>
                    <a:pt x="3415483" y="1739337"/>
                  </a:lnTo>
                  <a:close/>
                </a:path>
                <a:path w="3718559" h="2155825">
                  <a:moveTo>
                    <a:pt x="3099516" y="1923856"/>
                  </a:moveTo>
                  <a:lnTo>
                    <a:pt x="3057509" y="1923856"/>
                  </a:lnTo>
                  <a:lnTo>
                    <a:pt x="3307554" y="1779546"/>
                  </a:lnTo>
                  <a:lnTo>
                    <a:pt x="3010330" y="1607999"/>
                  </a:lnTo>
                  <a:lnTo>
                    <a:pt x="3052344" y="1607999"/>
                  </a:lnTo>
                  <a:lnTo>
                    <a:pt x="3337055" y="1772329"/>
                  </a:lnTo>
                  <a:lnTo>
                    <a:pt x="3339055" y="1775794"/>
                  </a:lnTo>
                  <a:lnTo>
                    <a:pt x="3339055" y="1783297"/>
                  </a:lnTo>
                  <a:lnTo>
                    <a:pt x="3337055" y="1786762"/>
                  </a:lnTo>
                  <a:lnTo>
                    <a:pt x="3099516" y="1923856"/>
                  </a:lnTo>
                  <a:close/>
                </a:path>
                <a:path w="3718559" h="2155825">
                  <a:moveTo>
                    <a:pt x="2865850" y="2055979"/>
                  </a:moveTo>
                  <a:lnTo>
                    <a:pt x="2862220" y="2055979"/>
                  </a:lnTo>
                  <a:lnTo>
                    <a:pt x="2860405" y="2055512"/>
                  </a:lnTo>
                  <a:lnTo>
                    <a:pt x="2613927" y="1913252"/>
                  </a:lnTo>
                  <a:lnTo>
                    <a:pt x="2611928" y="1909787"/>
                  </a:lnTo>
                  <a:lnTo>
                    <a:pt x="2611928" y="1902284"/>
                  </a:lnTo>
                  <a:lnTo>
                    <a:pt x="2613927" y="1898819"/>
                  </a:lnTo>
                  <a:lnTo>
                    <a:pt x="2765226" y="1811487"/>
                  </a:lnTo>
                  <a:lnTo>
                    <a:pt x="2769246" y="1811487"/>
                  </a:lnTo>
                  <a:lnTo>
                    <a:pt x="2809250" y="1834577"/>
                  </a:lnTo>
                  <a:lnTo>
                    <a:pt x="2767236" y="1834577"/>
                  </a:lnTo>
                  <a:lnTo>
                    <a:pt x="2643428" y="1906035"/>
                  </a:lnTo>
                  <a:lnTo>
                    <a:pt x="2864035" y="2033360"/>
                  </a:lnTo>
                  <a:lnTo>
                    <a:pt x="2906045" y="2033360"/>
                  </a:lnTo>
                  <a:lnTo>
                    <a:pt x="2867665" y="2055512"/>
                  </a:lnTo>
                  <a:lnTo>
                    <a:pt x="2865850" y="2055979"/>
                  </a:lnTo>
                  <a:close/>
                </a:path>
                <a:path w="3718559" h="2155825">
                  <a:moveTo>
                    <a:pt x="2906045" y="2033360"/>
                  </a:moveTo>
                  <a:lnTo>
                    <a:pt x="2864035" y="2033360"/>
                  </a:lnTo>
                  <a:lnTo>
                    <a:pt x="2987853" y="1961907"/>
                  </a:lnTo>
                  <a:lnTo>
                    <a:pt x="2767236" y="1834577"/>
                  </a:lnTo>
                  <a:lnTo>
                    <a:pt x="2809250" y="1834577"/>
                  </a:lnTo>
                  <a:lnTo>
                    <a:pt x="3017354" y="1954691"/>
                  </a:lnTo>
                  <a:lnTo>
                    <a:pt x="3019353" y="1958156"/>
                  </a:lnTo>
                  <a:lnTo>
                    <a:pt x="3019353" y="1965659"/>
                  </a:lnTo>
                  <a:lnTo>
                    <a:pt x="3017354" y="1969124"/>
                  </a:lnTo>
                  <a:lnTo>
                    <a:pt x="2906045" y="2033360"/>
                  </a:lnTo>
                  <a:close/>
                </a:path>
              </a:pathLst>
            </a:custGeom>
            <a:solidFill>
              <a:srgbClr val="52DEA0"/>
            </a:solidFill>
          </p:spPr>
          <p:txBody>
            <a:bodyPr wrap="square" lIns="0" tIns="0" rIns="0" bIns="0" rtlCol="0"/>
            <a:lstStyle/>
            <a:p>
              <a:endParaRPr/>
            </a:p>
          </p:txBody>
        </p:sp>
        <p:pic>
          <p:nvPicPr>
            <p:cNvPr id="5" name="object 5"/>
            <p:cNvPicPr/>
            <p:nvPr/>
          </p:nvPicPr>
          <p:blipFill>
            <a:blip r:embed="rId3" cstate="print"/>
            <a:stretch>
              <a:fillRect/>
            </a:stretch>
          </p:blipFill>
          <p:spPr>
            <a:xfrm>
              <a:off x="0" y="4395606"/>
              <a:ext cx="5945834" cy="5808207"/>
            </a:xfrm>
            <a:prstGeom prst="rect">
              <a:avLst/>
            </a:prstGeom>
          </p:spPr>
        </p:pic>
        <p:sp>
          <p:nvSpPr>
            <p:cNvPr id="6" name="object 6"/>
            <p:cNvSpPr/>
            <p:nvPr/>
          </p:nvSpPr>
          <p:spPr>
            <a:xfrm>
              <a:off x="8463814" y="600183"/>
              <a:ext cx="9824720" cy="9089390"/>
            </a:xfrm>
            <a:custGeom>
              <a:avLst/>
              <a:gdLst/>
              <a:ahLst/>
              <a:cxnLst/>
              <a:rect l="l" t="t" r="r" b="b"/>
              <a:pathLst>
                <a:path w="9824719" h="9089390">
                  <a:moveTo>
                    <a:pt x="9618001" y="9089242"/>
                  </a:moveTo>
                  <a:lnTo>
                    <a:pt x="485774" y="9089242"/>
                  </a:lnTo>
                  <a:lnTo>
                    <a:pt x="437762" y="9086865"/>
                  </a:lnTo>
                  <a:lnTo>
                    <a:pt x="390562" y="9079822"/>
                  </a:lnTo>
                  <a:lnTo>
                    <a:pt x="344494" y="9068244"/>
                  </a:lnTo>
                  <a:lnTo>
                    <a:pt x="299877" y="9052265"/>
                  </a:lnTo>
                  <a:lnTo>
                    <a:pt x="257028" y="9032015"/>
                  </a:lnTo>
                  <a:lnTo>
                    <a:pt x="216266" y="9007626"/>
                  </a:lnTo>
                  <a:lnTo>
                    <a:pt x="177911" y="8979232"/>
                  </a:lnTo>
                  <a:lnTo>
                    <a:pt x="142280" y="8946962"/>
                  </a:lnTo>
                  <a:lnTo>
                    <a:pt x="110011" y="8911331"/>
                  </a:lnTo>
                  <a:lnTo>
                    <a:pt x="81616" y="8872975"/>
                  </a:lnTo>
                  <a:lnTo>
                    <a:pt x="57227" y="8832214"/>
                  </a:lnTo>
                  <a:lnTo>
                    <a:pt x="36977" y="8789365"/>
                  </a:lnTo>
                  <a:lnTo>
                    <a:pt x="20997" y="8744748"/>
                  </a:lnTo>
                  <a:lnTo>
                    <a:pt x="9420" y="8698680"/>
                  </a:lnTo>
                  <a:lnTo>
                    <a:pt x="2377" y="8651480"/>
                  </a:lnTo>
                  <a:lnTo>
                    <a:pt x="0" y="8603467"/>
                  </a:lnTo>
                  <a:lnTo>
                    <a:pt x="0" y="485775"/>
                  </a:lnTo>
                  <a:lnTo>
                    <a:pt x="2377" y="437762"/>
                  </a:lnTo>
                  <a:lnTo>
                    <a:pt x="9420" y="390562"/>
                  </a:lnTo>
                  <a:lnTo>
                    <a:pt x="20997" y="344494"/>
                  </a:lnTo>
                  <a:lnTo>
                    <a:pt x="36977" y="299876"/>
                  </a:lnTo>
                  <a:lnTo>
                    <a:pt x="57227" y="257028"/>
                  </a:lnTo>
                  <a:lnTo>
                    <a:pt x="81616" y="216266"/>
                  </a:lnTo>
                  <a:lnTo>
                    <a:pt x="110011" y="177911"/>
                  </a:lnTo>
                  <a:lnTo>
                    <a:pt x="142280" y="142280"/>
                  </a:lnTo>
                  <a:lnTo>
                    <a:pt x="177911" y="110010"/>
                  </a:lnTo>
                  <a:lnTo>
                    <a:pt x="216266" y="81615"/>
                  </a:lnTo>
                  <a:lnTo>
                    <a:pt x="257028" y="57227"/>
                  </a:lnTo>
                  <a:lnTo>
                    <a:pt x="299877" y="36977"/>
                  </a:lnTo>
                  <a:lnTo>
                    <a:pt x="344494" y="20997"/>
                  </a:lnTo>
                  <a:lnTo>
                    <a:pt x="390562" y="9420"/>
                  </a:lnTo>
                  <a:lnTo>
                    <a:pt x="437762" y="2377"/>
                  </a:lnTo>
                  <a:lnTo>
                    <a:pt x="485774" y="0"/>
                  </a:lnTo>
                  <a:lnTo>
                    <a:pt x="9618001" y="0"/>
                  </a:lnTo>
                  <a:lnTo>
                    <a:pt x="9666014" y="2377"/>
                  </a:lnTo>
                  <a:lnTo>
                    <a:pt x="9713214" y="9420"/>
                  </a:lnTo>
                  <a:lnTo>
                    <a:pt x="9759282" y="20997"/>
                  </a:lnTo>
                  <a:lnTo>
                    <a:pt x="9803899" y="36977"/>
                  </a:lnTo>
                  <a:lnTo>
                    <a:pt x="9824185" y="46564"/>
                  </a:lnTo>
                  <a:lnTo>
                    <a:pt x="9824185" y="9042678"/>
                  </a:lnTo>
                  <a:lnTo>
                    <a:pt x="9759282" y="9068244"/>
                  </a:lnTo>
                  <a:lnTo>
                    <a:pt x="9713214" y="9079822"/>
                  </a:lnTo>
                  <a:lnTo>
                    <a:pt x="9666014" y="9086865"/>
                  </a:lnTo>
                  <a:lnTo>
                    <a:pt x="9618001" y="9089242"/>
                  </a:lnTo>
                  <a:close/>
                </a:path>
              </a:pathLst>
            </a:custGeom>
            <a:solidFill>
              <a:srgbClr val="00124B"/>
            </a:solidFill>
          </p:spPr>
          <p:txBody>
            <a:bodyPr wrap="square" lIns="0" tIns="0" rIns="0" bIns="0" rtlCol="0"/>
            <a:lstStyle/>
            <a:p>
              <a:endParaRPr/>
            </a:p>
          </p:txBody>
        </p:sp>
        <p:sp>
          <p:nvSpPr>
            <p:cNvPr id="7" name="object 7"/>
            <p:cNvSpPr/>
            <p:nvPr/>
          </p:nvSpPr>
          <p:spPr>
            <a:xfrm>
              <a:off x="0" y="0"/>
              <a:ext cx="10255250" cy="5954395"/>
            </a:xfrm>
            <a:custGeom>
              <a:avLst/>
              <a:gdLst/>
              <a:ahLst/>
              <a:cxnLst/>
              <a:rect l="l" t="t" r="r" b="b"/>
              <a:pathLst>
                <a:path w="10255250" h="5954395">
                  <a:moveTo>
                    <a:pt x="10255176" y="16258"/>
                  </a:moveTo>
                  <a:lnTo>
                    <a:pt x="0" y="5954018"/>
                  </a:lnTo>
                  <a:lnTo>
                    <a:pt x="0" y="4505286"/>
                  </a:lnTo>
                  <a:lnTo>
                    <a:pt x="7781134" y="0"/>
                  </a:lnTo>
                  <a:lnTo>
                    <a:pt x="10245763" y="0"/>
                  </a:lnTo>
                  <a:lnTo>
                    <a:pt x="10255176" y="16258"/>
                  </a:lnTo>
                  <a:close/>
                </a:path>
              </a:pathLst>
            </a:custGeom>
            <a:solidFill>
              <a:srgbClr val="F1B604"/>
            </a:solidFill>
          </p:spPr>
          <p:txBody>
            <a:bodyPr wrap="square" lIns="0" tIns="0" rIns="0" bIns="0" rtlCol="0"/>
            <a:lstStyle/>
            <a:p>
              <a:endParaRPr/>
            </a:p>
          </p:txBody>
        </p:sp>
        <p:sp>
          <p:nvSpPr>
            <p:cNvPr id="8" name="object 8"/>
            <p:cNvSpPr/>
            <p:nvPr/>
          </p:nvSpPr>
          <p:spPr>
            <a:xfrm>
              <a:off x="0" y="0"/>
              <a:ext cx="7806690" cy="4519930"/>
            </a:xfrm>
            <a:custGeom>
              <a:avLst/>
              <a:gdLst/>
              <a:ahLst/>
              <a:cxnLst/>
              <a:rect l="l" t="t" r="r" b="b"/>
              <a:pathLst>
                <a:path w="7806690" h="4519930">
                  <a:moveTo>
                    <a:pt x="7806358" y="0"/>
                  </a:moveTo>
                  <a:lnTo>
                    <a:pt x="0" y="4519890"/>
                  </a:lnTo>
                  <a:lnTo>
                    <a:pt x="0" y="4127013"/>
                  </a:lnTo>
                  <a:lnTo>
                    <a:pt x="7127817" y="0"/>
                  </a:lnTo>
                  <a:lnTo>
                    <a:pt x="7806358" y="0"/>
                  </a:lnTo>
                  <a:close/>
                </a:path>
              </a:pathLst>
            </a:custGeom>
            <a:solidFill>
              <a:srgbClr val="FFDE58"/>
            </a:solidFill>
          </p:spPr>
          <p:txBody>
            <a:bodyPr wrap="square" lIns="0" tIns="0" rIns="0" bIns="0" rtlCol="0"/>
            <a:lstStyle/>
            <a:p>
              <a:endParaRPr/>
            </a:p>
          </p:txBody>
        </p:sp>
        <p:pic>
          <p:nvPicPr>
            <p:cNvPr id="9" name="object 9"/>
            <p:cNvPicPr/>
            <p:nvPr/>
          </p:nvPicPr>
          <p:blipFill>
            <a:blip r:embed="rId4" cstate="print"/>
            <a:stretch>
              <a:fillRect/>
            </a:stretch>
          </p:blipFill>
          <p:spPr>
            <a:xfrm>
              <a:off x="0" y="866940"/>
              <a:ext cx="7947828" cy="4637522"/>
            </a:xfrm>
            <a:prstGeom prst="rect">
              <a:avLst/>
            </a:prstGeom>
          </p:spPr>
        </p:pic>
        <p:sp>
          <p:nvSpPr>
            <p:cNvPr id="10" name="object 10"/>
            <p:cNvSpPr/>
            <p:nvPr/>
          </p:nvSpPr>
          <p:spPr>
            <a:xfrm>
              <a:off x="6867835" y="1392015"/>
              <a:ext cx="1075055" cy="2721610"/>
            </a:xfrm>
            <a:custGeom>
              <a:avLst/>
              <a:gdLst/>
              <a:ahLst/>
              <a:cxnLst/>
              <a:rect l="l" t="t" r="r" b="b"/>
              <a:pathLst>
                <a:path w="1075054" h="2721610">
                  <a:moveTo>
                    <a:pt x="953093" y="2721466"/>
                  </a:moveTo>
                  <a:lnTo>
                    <a:pt x="958581" y="783562"/>
                  </a:lnTo>
                  <a:lnTo>
                    <a:pt x="1075036" y="715820"/>
                  </a:lnTo>
                  <a:lnTo>
                    <a:pt x="1069548" y="2653724"/>
                  </a:lnTo>
                  <a:lnTo>
                    <a:pt x="953093" y="2721466"/>
                  </a:lnTo>
                  <a:close/>
                </a:path>
                <a:path w="1075054" h="2721610">
                  <a:moveTo>
                    <a:pt x="818517" y="540774"/>
                  </a:moveTo>
                  <a:lnTo>
                    <a:pt x="0" y="67743"/>
                  </a:lnTo>
                  <a:lnTo>
                    <a:pt x="116455" y="0"/>
                  </a:lnTo>
                  <a:lnTo>
                    <a:pt x="934972" y="473032"/>
                  </a:lnTo>
                  <a:lnTo>
                    <a:pt x="818517" y="540774"/>
                  </a:lnTo>
                  <a:close/>
                </a:path>
              </a:pathLst>
            </a:custGeom>
            <a:solidFill>
              <a:srgbClr val="6ECDF1"/>
            </a:solidFill>
          </p:spPr>
          <p:txBody>
            <a:bodyPr wrap="square" lIns="0" tIns="0" rIns="0" bIns="0" rtlCol="0"/>
            <a:lstStyle/>
            <a:p>
              <a:endParaRPr/>
            </a:p>
          </p:txBody>
        </p:sp>
        <p:sp>
          <p:nvSpPr>
            <p:cNvPr id="11" name="object 11"/>
            <p:cNvSpPr/>
            <p:nvPr/>
          </p:nvSpPr>
          <p:spPr>
            <a:xfrm>
              <a:off x="6767840" y="1373079"/>
              <a:ext cx="1175385" cy="2830830"/>
            </a:xfrm>
            <a:custGeom>
              <a:avLst/>
              <a:gdLst/>
              <a:ahLst/>
              <a:cxnLst/>
              <a:rect l="l" t="t" r="r" b="b"/>
              <a:pathLst>
                <a:path w="1175384" h="2830829">
                  <a:moveTo>
                    <a:pt x="1012106" y="2830566"/>
                  </a:moveTo>
                  <a:lnTo>
                    <a:pt x="1029130" y="2816521"/>
                  </a:lnTo>
                  <a:lnTo>
                    <a:pt x="1042006" y="2796600"/>
                  </a:lnTo>
                  <a:lnTo>
                    <a:pt x="1050176" y="2771121"/>
                  </a:lnTo>
                  <a:lnTo>
                    <a:pt x="1053086" y="2740402"/>
                  </a:lnTo>
                  <a:lnTo>
                    <a:pt x="1169542" y="2672661"/>
                  </a:lnTo>
                  <a:lnTo>
                    <a:pt x="1166632" y="2703379"/>
                  </a:lnTo>
                  <a:lnTo>
                    <a:pt x="1158461" y="2728857"/>
                  </a:lnTo>
                  <a:lnTo>
                    <a:pt x="1145585" y="2748779"/>
                  </a:lnTo>
                  <a:lnTo>
                    <a:pt x="1128561" y="2762824"/>
                  </a:lnTo>
                  <a:lnTo>
                    <a:pt x="1012106" y="2830566"/>
                  </a:lnTo>
                  <a:close/>
                </a:path>
                <a:path w="1175384" h="2830829">
                  <a:moveTo>
                    <a:pt x="0" y="76880"/>
                  </a:moveTo>
                  <a:lnTo>
                    <a:pt x="116455" y="9138"/>
                  </a:lnTo>
                  <a:lnTo>
                    <a:pt x="137366" y="1225"/>
                  </a:lnTo>
                  <a:lnTo>
                    <a:pt x="161388" y="0"/>
                  </a:lnTo>
                  <a:lnTo>
                    <a:pt x="187942" y="5793"/>
                  </a:lnTo>
                  <a:lnTo>
                    <a:pt x="216449" y="18936"/>
                  </a:lnTo>
                  <a:lnTo>
                    <a:pt x="132548" y="67742"/>
                  </a:lnTo>
                  <a:lnTo>
                    <a:pt x="44933" y="67742"/>
                  </a:lnTo>
                  <a:lnTo>
                    <a:pt x="20911" y="68967"/>
                  </a:lnTo>
                  <a:lnTo>
                    <a:pt x="0" y="76880"/>
                  </a:lnTo>
                  <a:close/>
                </a:path>
                <a:path w="1175384" h="2830829">
                  <a:moveTo>
                    <a:pt x="99993" y="86679"/>
                  </a:moveTo>
                  <a:lnTo>
                    <a:pt x="71486" y="73536"/>
                  </a:lnTo>
                  <a:lnTo>
                    <a:pt x="44933" y="67742"/>
                  </a:lnTo>
                  <a:lnTo>
                    <a:pt x="132548" y="67742"/>
                  </a:lnTo>
                  <a:lnTo>
                    <a:pt x="99993" y="86679"/>
                  </a:lnTo>
                  <a:close/>
                </a:path>
                <a:path w="1175384" h="2830829">
                  <a:moveTo>
                    <a:pt x="1058575" y="802498"/>
                  </a:moveTo>
                  <a:lnTo>
                    <a:pt x="1053677" y="756653"/>
                  </a:lnTo>
                  <a:lnTo>
                    <a:pt x="1039620" y="709871"/>
                  </a:lnTo>
                  <a:lnTo>
                    <a:pt x="1017739" y="664469"/>
                  </a:lnTo>
                  <a:lnTo>
                    <a:pt x="989370" y="622764"/>
                  </a:lnTo>
                  <a:lnTo>
                    <a:pt x="955849" y="587072"/>
                  </a:lnTo>
                  <a:lnTo>
                    <a:pt x="918511" y="559710"/>
                  </a:lnTo>
                  <a:lnTo>
                    <a:pt x="1034966" y="491968"/>
                  </a:lnTo>
                  <a:lnTo>
                    <a:pt x="1072304" y="519329"/>
                  </a:lnTo>
                  <a:lnTo>
                    <a:pt x="1105826" y="555021"/>
                  </a:lnTo>
                  <a:lnTo>
                    <a:pt x="1134194" y="596726"/>
                  </a:lnTo>
                  <a:lnTo>
                    <a:pt x="1156075" y="642128"/>
                  </a:lnTo>
                  <a:lnTo>
                    <a:pt x="1170132" y="688910"/>
                  </a:lnTo>
                  <a:lnTo>
                    <a:pt x="1175030" y="734756"/>
                  </a:lnTo>
                  <a:lnTo>
                    <a:pt x="1058575" y="802498"/>
                  </a:lnTo>
                  <a:close/>
                </a:path>
              </a:pathLst>
            </a:custGeom>
            <a:solidFill>
              <a:srgbClr val="008BEF"/>
            </a:solidFill>
          </p:spPr>
          <p:txBody>
            <a:bodyPr wrap="square" lIns="0" tIns="0" rIns="0" bIns="0" rtlCol="0"/>
            <a:lstStyle/>
            <a:p>
              <a:endParaRPr/>
            </a:p>
          </p:txBody>
        </p:sp>
        <p:pic>
          <p:nvPicPr>
            <p:cNvPr id="12" name="object 12"/>
            <p:cNvPicPr/>
            <p:nvPr/>
          </p:nvPicPr>
          <p:blipFill>
            <a:blip r:embed="rId5" cstate="print"/>
            <a:stretch>
              <a:fillRect/>
            </a:stretch>
          </p:blipFill>
          <p:spPr>
            <a:xfrm>
              <a:off x="6210845" y="1366453"/>
              <a:ext cx="1738634" cy="3086099"/>
            </a:xfrm>
            <a:prstGeom prst="rect">
              <a:avLst/>
            </a:prstGeom>
          </p:spPr>
        </p:pic>
        <p:sp>
          <p:nvSpPr>
            <p:cNvPr id="13" name="object 13"/>
            <p:cNvSpPr/>
            <p:nvPr/>
          </p:nvSpPr>
          <p:spPr>
            <a:xfrm>
              <a:off x="3277816" y="7716444"/>
              <a:ext cx="4927600" cy="1943735"/>
            </a:xfrm>
            <a:custGeom>
              <a:avLst/>
              <a:gdLst/>
              <a:ahLst/>
              <a:cxnLst/>
              <a:rect l="l" t="t" r="r" b="b"/>
              <a:pathLst>
                <a:path w="4927600" h="1943734">
                  <a:moveTo>
                    <a:pt x="4441439" y="1943739"/>
                  </a:moveTo>
                  <a:lnTo>
                    <a:pt x="485774" y="1943739"/>
                  </a:lnTo>
                  <a:lnTo>
                    <a:pt x="437762" y="1941362"/>
                  </a:lnTo>
                  <a:lnTo>
                    <a:pt x="390562" y="1934319"/>
                  </a:lnTo>
                  <a:lnTo>
                    <a:pt x="344494" y="1922741"/>
                  </a:lnTo>
                  <a:lnTo>
                    <a:pt x="299876" y="1906762"/>
                  </a:lnTo>
                  <a:lnTo>
                    <a:pt x="257028" y="1886512"/>
                  </a:lnTo>
                  <a:lnTo>
                    <a:pt x="216266" y="1862123"/>
                  </a:lnTo>
                  <a:lnTo>
                    <a:pt x="177911" y="1833729"/>
                  </a:lnTo>
                  <a:lnTo>
                    <a:pt x="142280" y="1801459"/>
                  </a:lnTo>
                  <a:lnTo>
                    <a:pt x="110010" y="1765828"/>
                  </a:lnTo>
                  <a:lnTo>
                    <a:pt x="81615" y="1727472"/>
                  </a:lnTo>
                  <a:lnTo>
                    <a:pt x="57227" y="1686711"/>
                  </a:lnTo>
                  <a:lnTo>
                    <a:pt x="36977" y="1643862"/>
                  </a:lnTo>
                  <a:lnTo>
                    <a:pt x="20997" y="1599245"/>
                  </a:lnTo>
                  <a:lnTo>
                    <a:pt x="9420" y="1553177"/>
                  </a:lnTo>
                  <a:lnTo>
                    <a:pt x="2377" y="1505977"/>
                  </a:lnTo>
                  <a:lnTo>
                    <a:pt x="0" y="1457964"/>
                  </a:lnTo>
                  <a:lnTo>
                    <a:pt x="0" y="485774"/>
                  </a:lnTo>
                  <a:lnTo>
                    <a:pt x="2377" y="437762"/>
                  </a:lnTo>
                  <a:lnTo>
                    <a:pt x="9420" y="390562"/>
                  </a:lnTo>
                  <a:lnTo>
                    <a:pt x="20997" y="344494"/>
                  </a:lnTo>
                  <a:lnTo>
                    <a:pt x="36977" y="299877"/>
                  </a:lnTo>
                  <a:lnTo>
                    <a:pt x="57227" y="257028"/>
                  </a:lnTo>
                  <a:lnTo>
                    <a:pt x="81615" y="216266"/>
                  </a:lnTo>
                  <a:lnTo>
                    <a:pt x="110010" y="177911"/>
                  </a:lnTo>
                  <a:lnTo>
                    <a:pt x="142280" y="142280"/>
                  </a:lnTo>
                  <a:lnTo>
                    <a:pt x="177911" y="110011"/>
                  </a:lnTo>
                  <a:lnTo>
                    <a:pt x="216266" y="81616"/>
                  </a:lnTo>
                  <a:lnTo>
                    <a:pt x="257028" y="57227"/>
                  </a:lnTo>
                  <a:lnTo>
                    <a:pt x="299876" y="36977"/>
                  </a:lnTo>
                  <a:lnTo>
                    <a:pt x="344494" y="20997"/>
                  </a:lnTo>
                  <a:lnTo>
                    <a:pt x="390562" y="9420"/>
                  </a:lnTo>
                  <a:lnTo>
                    <a:pt x="437762" y="2377"/>
                  </a:lnTo>
                  <a:lnTo>
                    <a:pt x="485774" y="0"/>
                  </a:lnTo>
                  <a:lnTo>
                    <a:pt x="4441439" y="0"/>
                  </a:lnTo>
                  <a:lnTo>
                    <a:pt x="4489452" y="2377"/>
                  </a:lnTo>
                  <a:lnTo>
                    <a:pt x="4536652" y="9420"/>
                  </a:lnTo>
                  <a:lnTo>
                    <a:pt x="4582720" y="20997"/>
                  </a:lnTo>
                  <a:lnTo>
                    <a:pt x="4627337" y="36977"/>
                  </a:lnTo>
                  <a:lnTo>
                    <a:pt x="4670186" y="57227"/>
                  </a:lnTo>
                  <a:lnTo>
                    <a:pt x="4710947" y="81616"/>
                  </a:lnTo>
                  <a:lnTo>
                    <a:pt x="4749303" y="110011"/>
                  </a:lnTo>
                  <a:lnTo>
                    <a:pt x="4784934" y="142280"/>
                  </a:lnTo>
                  <a:lnTo>
                    <a:pt x="4817203" y="177911"/>
                  </a:lnTo>
                  <a:lnTo>
                    <a:pt x="4845598" y="216266"/>
                  </a:lnTo>
                  <a:lnTo>
                    <a:pt x="4869987" y="257028"/>
                  </a:lnTo>
                  <a:lnTo>
                    <a:pt x="4890237" y="299877"/>
                  </a:lnTo>
                  <a:lnTo>
                    <a:pt x="4906217" y="344494"/>
                  </a:lnTo>
                  <a:lnTo>
                    <a:pt x="4917794" y="390562"/>
                  </a:lnTo>
                  <a:lnTo>
                    <a:pt x="4924837" y="437762"/>
                  </a:lnTo>
                  <a:lnTo>
                    <a:pt x="4927214" y="485774"/>
                  </a:lnTo>
                  <a:lnTo>
                    <a:pt x="4927214" y="1457964"/>
                  </a:lnTo>
                  <a:lnTo>
                    <a:pt x="4924837" y="1505977"/>
                  </a:lnTo>
                  <a:lnTo>
                    <a:pt x="4917794" y="1553177"/>
                  </a:lnTo>
                  <a:lnTo>
                    <a:pt x="4906217" y="1599245"/>
                  </a:lnTo>
                  <a:lnTo>
                    <a:pt x="4890237" y="1643862"/>
                  </a:lnTo>
                  <a:lnTo>
                    <a:pt x="4869987" y="1686711"/>
                  </a:lnTo>
                  <a:lnTo>
                    <a:pt x="4845598" y="1727472"/>
                  </a:lnTo>
                  <a:lnTo>
                    <a:pt x="4817203" y="1765828"/>
                  </a:lnTo>
                  <a:lnTo>
                    <a:pt x="4784934" y="1801459"/>
                  </a:lnTo>
                  <a:lnTo>
                    <a:pt x="4749303" y="1833729"/>
                  </a:lnTo>
                  <a:lnTo>
                    <a:pt x="4710947" y="1862123"/>
                  </a:lnTo>
                  <a:lnTo>
                    <a:pt x="4670186" y="1886512"/>
                  </a:lnTo>
                  <a:lnTo>
                    <a:pt x="4627337" y="1906762"/>
                  </a:lnTo>
                  <a:lnTo>
                    <a:pt x="4582720" y="1922741"/>
                  </a:lnTo>
                  <a:lnTo>
                    <a:pt x="4536652" y="1934319"/>
                  </a:lnTo>
                  <a:lnTo>
                    <a:pt x="4489452" y="1941362"/>
                  </a:lnTo>
                  <a:lnTo>
                    <a:pt x="4441439" y="1943739"/>
                  </a:lnTo>
                  <a:close/>
                </a:path>
              </a:pathLst>
            </a:custGeom>
            <a:solidFill>
              <a:srgbClr val="E6F5FF"/>
            </a:solidFill>
          </p:spPr>
          <p:txBody>
            <a:bodyPr wrap="square" lIns="0" tIns="0" rIns="0" bIns="0" rtlCol="0"/>
            <a:lstStyle/>
            <a:p>
              <a:endParaRPr/>
            </a:p>
          </p:txBody>
        </p:sp>
      </p:grpSp>
      <p:sp>
        <p:nvSpPr>
          <p:cNvPr id="14" name="object 14"/>
          <p:cNvSpPr txBox="1"/>
          <p:nvPr/>
        </p:nvSpPr>
        <p:spPr>
          <a:xfrm>
            <a:off x="4312122" y="8259432"/>
            <a:ext cx="2858770" cy="833119"/>
          </a:xfrm>
          <a:prstGeom prst="rect">
            <a:avLst/>
          </a:prstGeom>
        </p:spPr>
        <p:txBody>
          <a:bodyPr vert="horz" wrap="square" lIns="0" tIns="12700" rIns="0" bIns="0" rtlCol="0">
            <a:spAutoFit/>
          </a:bodyPr>
          <a:lstStyle/>
          <a:p>
            <a:pPr marL="12700">
              <a:lnSpc>
                <a:spcPct val="100000"/>
              </a:lnSpc>
              <a:spcBef>
                <a:spcPts val="100"/>
              </a:spcBef>
            </a:pPr>
            <a:r>
              <a:rPr sz="5300" spc="-365" dirty="0">
                <a:solidFill>
                  <a:srgbClr val="04D9B1"/>
                </a:solidFill>
                <a:latin typeface="Arial Black"/>
                <a:cs typeface="Arial Black"/>
              </a:rPr>
              <a:t>Abstract</a:t>
            </a:r>
            <a:endParaRPr sz="5300">
              <a:latin typeface="Arial Black"/>
              <a:cs typeface="Arial Black"/>
            </a:endParaRPr>
          </a:p>
        </p:txBody>
      </p:sp>
      <p:sp>
        <p:nvSpPr>
          <p:cNvPr id="15" name="object 15"/>
          <p:cNvSpPr txBox="1"/>
          <p:nvPr/>
        </p:nvSpPr>
        <p:spPr>
          <a:xfrm>
            <a:off x="8497279" y="1581107"/>
            <a:ext cx="9755505" cy="7645400"/>
          </a:xfrm>
          <a:prstGeom prst="rect">
            <a:avLst/>
          </a:prstGeom>
        </p:spPr>
        <p:txBody>
          <a:bodyPr vert="horz" wrap="square" lIns="0" tIns="12065" rIns="0" bIns="0" rtlCol="0">
            <a:spAutoFit/>
          </a:bodyPr>
          <a:lstStyle/>
          <a:p>
            <a:pPr marL="12065" marR="5080" indent="-635" algn="ctr">
              <a:lnSpc>
                <a:spcPct val="116300"/>
              </a:lnSpc>
              <a:spcBef>
                <a:spcPts val="95"/>
              </a:spcBef>
            </a:pPr>
            <a:r>
              <a:rPr sz="2150" spc="-165" dirty="0">
                <a:solidFill>
                  <a:srgbClr val="6ECDF1"/>
                </a:solidFill>
                <a:latin typeface="Arial Black"/>
                <a:cs typeface="Arial Black"/>
              </a:rPr>
              <a:t>NalamAI</a:t>
            </a:r>
            <a:r>
              <a:rPr sz="2150" spc="-160" dirty="0">
                <a:solidFill>
                  <a:srgbClr val="6ECDF1"/>
                </a:solidFill>
                <a:latin typeface="Arial Black"/>
                <a:cs typeface="Arial Black"/>
              </a:rPr>
              <a:t> </a:t>
            </a:r>
            <a:r>
              <a:rPr sz="2150" spc="-180" dirty="0">
                <a:solidFill>
                  <a:srgbClr val="6ECDF1"/>
                </a:solidFill>
                <a:latin typeface="Arial Black"/>
                <a:cs typeface="Arial Black"/>
              </a:rPr>
              <a:t>is</a:t>
            </a:r>
            <a:r>
              <a:rPr sz="2150" spc="-165" dirty="0">
                <a:solidFill>
                  <a:srgbClr val="6ECDF1"/>
                </a:solidFill>
                <a:latin typeface="Arial Black"/>
                <a:cs typeface="Arial Black"/>
              </a:rPr>
              <a:t> </a:t>
            </a:r>
            <a:r>
              <a:rPr sz="2150" spc="-160" dirty="0">
                <a:solidFill>
                  <a:srgbClr val="6ECDF1"/>
                </a:solidFill>
                <a:latin typeface="Arial Black"/>
                <a:cs typeface="Arial Black"/>
              </a:rPr>
              <a:t>an </a:t>
            </a:r>
            <a:r>
              <a:rPr sz="2150" spc="-80" dirty="0">
                <a:solidFill>
                  <a:srgbClr val="6ECDF1"/>
                </a:solidFill>
                <a:latin typeface="Arial Black"/>
                <a:cs typeface="Arial Black"/>
              </a:rPr>
              <a:t>AI-</a:t>
            </a:r>
            <a:r>
              <a:rPr sz="2150" spc="-155" dirty="0">
                <a:solidFill>
                  <a:srgbClr val="6ECDF1"/>
                </a:solidFill>
                <a:latin typeface="Arial Black"/>
                <a:cs typeface="Arial Black"/>
              </a:rPr>
              <a:t>powered</a:t>
            </a:r>
            <a:r>
              <a:rPr sz="2150" spc="-160" dirty="0">
                <a:solidFill>
                  <a:srgbClr val="6ECDF1"/>
                </a:solidFill>
                <a:latin typeface="Arial Black"/>
                <a:cs typeface="Arial Black"/>
              </a:rPr>
              <a:t> </a:t>
            </a:r>
            <a:r>
              <a:rPr sz="2150" spc="-150" dirty="0">
                <a:solidFill>
                  <a:srgbClr val="6ECDF1"/>
                </a:solidFill>
                <a:latin typeface="Arial Black"/>
                <a:cs typeface="Arial Black"/>
              </a:rPr>
              <a:t>smart</a:t>
            </a:r>
            <a:r>
              <a:rPr sz="2150" spc="-165" dirty="0">
                <a:solidFill>
                  <a:srgbClr val="6ECDF1"/>
                </a:solidFill>
                <a:latin typeface="Arial Black"/>
                <a:cs typeface="Arial Black"/>
              </a:rPr>
              <a:t> </a:t>
            </a:r>
            <a:r>
              <a:rPr sz="2150" spc="-150" dirty="0">
                <a:solidFill>
                  <a:srgbClr val="6ECDF1"/>
                </a:solidFill>
                <a:latin typeface="Arial Black"/>
                <a:cs typeface="Arial Black"/>
              </a:rPr>
              <a:t>healthcare</a:t>
            </a:r>
            <a:r>
              <a:rPr sz="2150" spc="-160" dirty="0">
                <a:solidFill>
                  <a:srgbClr val="6ECDF1"/>
                </a:solidFill>
                <a:latin typeface="Arial Black"/>
                <a:cs typeface="Arial Black"/>
              </a:rPr>
              <a:t> </a:t>
            </a:r>
            <a:r>
              <a:rPr sz="2150" spc="-175" dirty="0">
                <a:solidFill>
                  <a:srgbClr val="6ECDF1"/>
                </a:solidFill>
                <a:latin typeface="Arial Black"/>
                <a:cs typeface="Arial Black"/>
              </a:rPr>
              <a:t>assistant</a:t>
            </a:r>
            <a:r>
              <a:rPr sz="2150" spc="-160" dirty="0">
                <a:solidFill>
                  <a:srgbClr val="6ECDF1"/>
                </a:solidFill>
                <a:latin typeface="Arial Black"/>
                <a:cs typeface="Arial Black"/>
              </a:rPr>
              <a:t> </a:t>
            </a:r>
            <a:r>
              <a:rPr sz="2150" spc="-155" dirty="0">
                <a:solidFill>
                  <a:srgbClr val="6ECDF1"/>
                </a:solidFill>
                <a:latin typeface="Arial Black"/>
                <a:cs typeface="Arial Black"/>
              </a:rPr>
              <a:t>designed</a:t>
            </a:r>
            <a:r>
              <a:rPr sz="2150" spc="-160" dirty="0">
                <a:solidFill>
                  <a:srgbClr val="6ECDF1"/>
                </a:solidFill>
                <a:latin typeface="Arial Black"/>
                <a:cs typeface="Arial Black"/>
              </a:rPr>
              <a:t> </a:t>
            </a:r>
            <a:r>
              <a:rPr sz="2150" spc="-25" dirty="0">
                <a:solidFill>
                  <a:srgbClr val="6ECDF1"/>
                </a:solidFill>
                <a:latin typeface="Arial Black"/>
                <a:cs typeface="Arial Black"/>
              </a:rPr>
              <a:t>to </a:t>
            </a:r>
            <a:r>
              <a:rPr sz="2150" spc="-120" dirty="0">
                <a:solidFill>
                  <a:srgbClr val="6ECDF1"/>
                </a:solidFill>
                <a:latin typeface="Arial Black"/>
                <a:cs typeface="Arial Black"/>
              </a:rPr>
              <a:t>improve</a:t>
            </a:r>
            <a:r>
              <a:rPr sz="2150" spc="-170" dirty="0">
                <a:solidFill>
                  <a:srgbClr val="6ECDF1"/>
                </a:solidFill>
                <a:latin typeface="Arial Black"/>
                <a:cs typeface="Arial Black"/>
              </a:rPr>
              <a:t> </a:t>
            </a:r>
            <a:r>
              <a:rPr sz="2150" spc="-245" dirty="0">
                <a:solidFill>
                  <a:srgbClr val="6ECDF1"/>
                </a:solidFill>
                <a:latin typeface="Arial Black"/>
                <a:cs typeface="Arial Black"/>
              </a:rPr>
              <a:t>access</a:t>
            </a:r>
            <a:r>
              <a:rPr sz="2150" spc="-170" dirty="0">
                <a:solidFill>
                  <a:srgbClr val="6ECDF1"/>
                </a:solidFill>
                <a:latin typeface="Arial Black"/>
                <a:cs typeface="Arial Black"/>
              </a:rPr>
              <a:t> </a:t>
            </a:r>
            <a:r>
              <a:rPr sz="2150" spc="-80" dirty="0">
                <a:solidFill>
                  <a:srgbClr val="6ECDF1"/>
                </a:solidFill>
                <a:latin typeface="Arial Black"/>
                <a:cs typeface="Arial Black"/>
              </a:rPr>
              <a:t>to</a:t>
            </a:r>
            <a:r>
              <a:rPr sz="2150" spc="-170" dirty="0">
                <a:solidFill>
                  <a:srgbClr val="6ECDF1"/>
                </a:solidFill>
                <a:latin typeface="Arial Black"/>
                <a:cs typeface="Arial Black"/>
              </a:rPr>
              <a:t> </a:t>
            </a:r>
            <a:r>
              <a:rPr sz="2150" spc="-150" dirty="0">
                <a:solidFill>
                  <a:srgbClr val="6ECDF1"/>
                </a:solidFill>
                <a:latin typeface="Arial Black"/>
                <a:cs typeface="Arial Black"/>
              </a:rPr>
              <a:t>healthcare</a:t>
            </a:r>
            <a:r>
              <a:rPr sz="2150" spc="-170" dirty="0">
                <a:solidFill>
                  <a:srgbClr val="6ECDF1"/>
                </a:solidFill>
                <a:latin typeface="Arial Black"/>
                <a:cs typeface="Arial Black"/>
              </a:rPr>
              <a:t> </a:t>
            </a:r>
            <a:r>
              <a:rPr sz="2150" spc="-175" dirty="0">
                <a:solidFill>
                  <a:srgbClr val="6ECDF1"/>
                </a:solidFill>
                <a:latin typeface="Arial Black"/>
                <a:cs typeface="Arial Black"/>
              </a:rPr>
              <a:t>services</a:t>
            </a:r>
            <a:r>
              <a:rPr sz="2150" spc="-170" dirty="0">
                <a:solidFill>
                  <a:srgbClr val="6ECDF1"/>
                </a:solidFill>
                <a:latin typeface="Arial Black"/>
                <a:cs typeface="Arial Black"/>
              </a:rPr>
              <a:t> </a:t>
            </a:r>
            <a:r>
              <a:rPr sz="2150" spc="-60" dirty="0">
                <a:solidFill>
                  <a:srgbClr val="6ECDF1"/>
                </a:solidFill>
                <a:latin typeface="Arial Black"/>
                <a:cs typeface="Arial Black"/>
              </a:rPr>
              <a:t>for</a:t>
            </a:r>
            <a:r>
              <a:rPr sz="2150" spc="-170" dirty="0">
                <a:solidFill>
                  <a:srgbClr val="6ECDF1"/>
                </a:solidFill>
                <a:latin typeface="Arial Black"/>
                <a:cs typeface="Arial Black"/>
              </a:rPr>
              <a:t> </a:t>
            </a:r>
            <a:r>
              <a:rPr sz="2150" spc="-114" dirty="0">
                <a:solidFill>
                  <a:srgbClr val="6ECDF1"/>
                </a:solidFill>
                <a:latin typeface="Arial Black"/>
                <a:cs typeface="Arial Black"/>
              </a:rPr>
              <a:t>people</a:t>
            </a:r>
            <a:r>
              <a:rPr sz="2150" spc="-165" dirty="0">
                <a:solidFill>
                  <a:srgbClr val="6ECDF1"/>
                </a:solidFill>
                <a:latin typeface="Arial Black"/>
                <a:cs typeface="Arial Black"/>
              </a:rPr>
              <a:t> </a:t>
            </a:r>
            <a:r>
              <a:rPr sz="2150" spc="-100" dirty="0">
                <a:solidFill>
                  <a:srgbClr val="6ECDF1"/>
                </a:solidFill>
                <a:latin typeface="Arial Black"/>
                <a:cs typeface="Arial Black"/>
              </a:rPr>
              <a:t>in</a:t>
            </a:r>
            <a:r>
              <a:rPr sz="2150" spc="-170" dirty="0">
                <a:solidFill>
                  <a:srgbClr val="6ECDF1"/>
                </a:solidFill>
                <a:latin typeface="Arial Black"/>
                <a:cs typeface="Arial Black"/>
              </a:rPr>
              <a:t> </a:t>
            </a:r>
            <a:r>
              <a:rPr sz="2150" spc="-110" dirty="0">
                <a:solidFill>
                  <a:srgbClr val="6ECDF1"/>
                </a:solidFill>
                <a:latin typeface="Arial Black"/>
                <a:cs typeface="Arial Black"/>
              </a:rPr>
              <a:t>rural</a:t>
            </a:r>
            <a:r>
              <a:rPr sz="2150" spc="-170" dirty="0">
                <a:solidFill>
                  <a:srgbClr val="6ECDF1"/>
                </a:solidFill>
                <a:latin typeface="Arial Black"/>
                <a:cs typeface="Arial Black"/>
              </a:rPr>
              <a:t> </a:t>
            </a:r>
            <a:r>
              <a:rPr sz="2150" spc="-25" dirty="0">
                <a:solidFill>
                  <a:srgbClr val="6ECDF1"/>
                </a:solidFill>
                <a:latin typeface="Arial Black"/>
                <a:cs typeface="Arial Black"/>
              </a:rPr>
              <a:t>and </a:t>
            </a:r>
            <a:r>
              <a:rPr sz="2150" spc="-130" dirty="0">
                <a:solidFill>
                  <a:srgbClr val="6ECDF1"/>
                </a:solidFill>
                <a:latin typeface="Arial Black"/>
                <a:cs typeface="Arial Black"/>
              </a:rPr>
              <a:t>underserved</a:t>
            </a:r>
            <a:r>
              <a:rPr sz="2150" spc="-155" dirty="0">
                <a:solidFill>
                  <a:srgbClr val="6ECDF1"/>
                </a:solidFill>
                <a:latin typeface="Arial Black"/>
                <a:cs typeface="Arial Black"/>
              </a:rPr>
              <a:t> </a:t>
            </a:r>
            <a:r>
              <a:rPr sz="2150" spc="-145" dirty="0">
                <a:solidFill>
                  <a:srgbClr val="6ECDF1"/>
                </a:solidFill>
                <a:latin typeface="Arial Black"/>
                <a:cs typeface="Arial Black"/>
              </a:rPr>
              <a:t>communities.</a:t>
            </a:r>
            <a:r>
              <a:rPr sz="2150" spc="-155" dirty="0">
                <a:solidFill>
                  <a:srgbClr val="6ECDF1"/>
                </a:solidFill>
                <a:latin typeface="Arial Black"/>
                <a:cs typeface="Arial Black"/>
              </a:rPr>
              <a:t> </a:t>
            </a:r>
            <a:r>
              <a:rPr sz="2150" spc="-195" dirty="0">
                <a:solidFill>
                  <a:srgbClr val="6ECDF1"/>
                </a:solidFill>
                <a:latin typeface="Arial Black"/>
                <a:cs typeface="Arial Black"/>
              </a:rPr>
              <a:t>The</a:t>
            </a:r>
            <a:r>
              <a:rPr sz="2150" spc="-150" dirty="0">
                <a:solidFill>
                  <a:srgbClr val="6ECDF1"/>
                </a:solidFill>
                <a:latin typeface="Arial Black"/>
                <a:cs typeface="Arial Black"/>
              </a:rPr>
              <a:t> </a:t>
            </a:r>
            <a:r>
              <a:rPr sz="2150" spc="-175" dirty="0">
                <a:solidFill>
                  <a:srgbClr val="6ECDF1"/>
                </a:solidFill>
                <a:latin typeface="Arial Black"/>
                <a:cs typeface="Arial Black"/>
              </a:rPr>
              <a:t>system</a:t>
            </a:r>
            <a:r>
              <a:rPr sz="2150" spc="-150" dirty="0">
                <a:solidFill>
                  <a:srgbClr val="6ECDF1"/>
                </a:solidFill>
                <a:latin typeface="Arial Black"/>
                <a:cs typeface="Arial Black"/>
              </a:rPr>
              <a:t> </a:t>
            </a:r>
            <a:r>
              <a:rPr sz="2150" spc="-180" dirty="0">
                <a:solidFill>
                  <a:srgbClr val="6ECDF1"/>
                </a:solidFill>
                <a:latin typeface="Arial Black"/>
                <a:cs typeface="Arial Black"/>
              </a:rPr>
              <a:t>addresses</a:t>
            </a:r>
            <a:r>
              <a:rPr sz="2150" spc="-155" dirty="0">
                <a:solidFill>
                  <a:srgbClr val="6ECDF1"/>
                </a:solidFill>
                <a:latin typeface="Arial Black"/>
                <a:cs typeface="Arial Black"/>
              </a:rPr>
              <a:t> </a:t>
            </a:r>
            <a:r>
              <a:rPr sz="2150" spc="-145" dirty="0">
                <a:solidFill>
                  <a:srgbClr val="6ECDF1"/>
                </a:solidFill>
                <a:latin typeface="Arial Black"/>
                <a:cs typeface="Arial Black"/>
              </a:rPr>
              <a:t>common</a:t>
            </a:r>
            <a:r>
              <a:rPr sz="2150" spc="-155" dirty="0">
                <a:solidFill>
                  <a:srgbClr val="6ECDF1"/>
                </a:solidFill>
                <a:latin typeface="Arial Black"/>
                <a:cs typeface="Arial Black"/>
              </a:rPr>
              <a:t> </a:t>
            </a:r>
            <a:r>
              <a:rPr sz="2150" spc="-25" dirty="0">
                <a:solidFill>
                  <a:srgbClr val="6ECDF1"/>
                </a:solidFill>
                <a:latin typeface="Arial Black"/>
                <a:cs typeface="Arial Black"/>
              </a:rPr>
              <a:t>challenges </a:t>
            </a:r>
            <a:r>
              <a:rPr sz="2150" spc="-180" dirty="0">
                <a:solidFill>
                  <a:srgbClr val="6ECDF1"/>
                </a:solidFill>
                <a:latin typeface="Arial Black"/>
                <a:cs typeface="Arial Black"/>
              </a:rPr>
              <a:t>such</a:t>
            </a:r>
            <a:r>
              <a:rPr sz="2150" spc="-165" dirty="0">
                <a:solidFill>
                  <a:srgbClr val="6ECDF1"/>
                </a:solidFill>
                <a:latin typeface="Arial Black"/>
                <a:cs typeface="Arial Black"/>
              </a:rPr>
              <a:t> </a:t>
            </a:r>
            <a:r>
              <a:rPr sz="2150" spc="-235" dirty="0">
                <a:solidFill>
                  <a:srgbClr val="6ECDF1"/>
                </a:solidFill>
                <a:latin typeface="Arial Black"/>
                <a:cs typeface="Arial Black"/>
              </a:rPr>
              <a:t>as</a:t>
            </a:r>
            <a:r>
              <a:rPr sz="2150" spc="-170" dirty="0">
                <a:solidFill>
                  <a:srgbClr val="6ECDF1"/>
                </a:solidFill>
                <a:latin typeface="Arial Black"/>
                <a:cs typeface="Arial Black"/>
              </a:rPr>
              <a:t> </a:t>
            </a:r>
            <a:r>
              <a:rPr sz="2150" spc="-110" dirty="0">
                <a:solidFill>
                  <a:srgbClr val="6ECDF1"/>
                </a:solidFill>
                <a:latin typeface="Arial Black"/>
                <a:cs typeface="Arial Black"/>
              </a:rPr>
              <a:t>limited</a:t>
            </a:r>
            <a:r>
              <a:rPr sz="2150" spc="-165" dirty="0">
                <a:solidFill>
                  <a:srgbClr val="6ECDF1"/>
                </a:solidFill>
                <a:latin typeface="Arial Black"/>
                <a:cs typeface="Arial Black"/>
              </a:rPr>
              <a:t> </a:t>
            </a:r>
            <a:r>
              <a:rPr sz="2150" spc="-245" dirty="0">
                <a:solidFill>
                  <a:srgbClr val="6ECDF1"/>
                </a:solidFill>
                <a:latin typeface="Arial Black"/>
                <a:cs typeface="Arial Black"/>
              </a:rPr>
              <a:t>access</a:t>
            </a:r>
            <a:r>
              <a:rPr sz="2150" spc="-165" dirty="0">
                <a:solidFill>
                  <a:srgbClr val="6ECDF1"/>
                </a:solidFill>
                <a:latin typeface="Arial Black"/>
                <a:cs typeface="Arial Black"/>
              </a:rPr>
              <a:t> </a:t>
            </a:r>
            <a:r>
              <a:rPr sz="2150" spc="-80" dirty="0">
                <a:solidFill>
                  <a:srgbClr val="6ECDF1"/>
                </a:solidFill>
                <a:latin typeface="Arial Black"/>
                <a:cs typeface="Arial Black"/>
              </a:rPr>
              <a:t>to</a:t>
            </a:r>
            <a:r>
              <a:rPr sz="2150" spc="-165" dirty="0">
                <a:solidFill>
                  <a:srgbClr val="6ECDF1"/>
                </a:solidFill>
                <a:latin typeface="Arial Black"/>
                <a:cs typeface="Arial Black"/>
              </a:rPr>
              <a:t> </a:t>
            </a:r>
            <a:r>
              <a:rPr sz="2150" spc="-130" dirty="0">
                <a:solidFill>
                  <a:srgbClr val="6ECDF1"/>
                </a:solidFill>
                <a:latin typeface="Arial Black"/>
                <a:cs typeface="Arial Black"/>
              </a:rPr>
              <a:t>doctors,</a:t>
            </a:r>
            <a:r>
              <a:rPr sz="2150" spc="-165" dirty="0">
                <a:solidFill>
                  <a:srgbClr val="6ECDF1"/>
                </a:solidFill>
                <a:latin typeface="Arial Black"/>
                <a:cs typeface="Arial Black"/>
              </a:rPr>
              <a:t> </a:t>
            </a:r>
            <a:r>
              <a:rPr sz="2150" spc="-85" dirty="0">
                <a:solidFill>
                  <a:srgbClr val="6ECDF1"/>
                </a:solidFill>
                <a:latin typeface="Arial Black"/>
                <a:cs typeface="Arial Black"/>
              </a:rPr>
              <a:t>difficulty</a:t>
            </a:r>
            <a:r>
              <a:rPr sz="2150" spc="-165" dirty="0">
                <a:solidFill>
                  <a:srgbClr val="6ECDF1"/>
                </a:solidFill>
                <a:latin typeface="Arial Black"/>
                <a:cs typeface="Arial Black"/>
              </a:rPr>
              <a:t> </a:t>
            </a:r>
            <a:r>
              <a:rPr sz="2150" spc="-100" dirty="0">
                <a:solidFill>
                  <a:srgbClr val="6ECDF1"/>
                </a:solidFill>
                <a:latin typeface="Arial Black"/>
                <a:cs typeface="Arial Black"/>
              </a:rPr>
              <a:t>in</a:t>
            </a:r>
            <a:r>
              <a:rPr sz="2150" spc="-165" dirty="0">
                <a:solidFill>
                  <a:srgbClr val="6ECDF1"/>
                </a:solidFill>
                <a:latin typeface="Arial Black"/>
                <a:cs typeface="Arial Black"/>
              </a:rPr>
              <a:t> </a:t>
            </a:r>
            <a:r>
              <a:rPr sz="2150" spc="-105" dirty="0">
                <a:solidFill>
                  <a:srgbClr val="6ECDF1"/>
                </a:solidFill>
                <a:latin typeface="Arial Black"/>
                <a:cs typeface="Arial Black"/>
              </a:rPr>
              <a:t>identifying</a:t>
            </a:r>
            <a:r>
              <a:rPr sz="2150" spc="-165" dirty="0">
                <a:solidFill>
                  <a:srgbClr val="6ECDF1"/>
                </a:solidFill>
                <a:latin typeface="Arial Black"/>
                <a:cs typeface="Arial Black"/>
              </a:rPr>
              <a:t> </a:t>
            </a:r>
            <a:r>
              <a:rPr sz="2150" spc="-10" dirty="0">
                <a:solidFill>
                  <a:srgbClr val="6ECDF1"/>
                </a:solidFill>
                <a:latin typeface="Arial Black"/>
                <a:cs typeface="Arial Black"/>
              </a:rPr>
              <a:t>health </a:t>
            </a:r>
            <a:r>
              <a:rPr sz="2150" spc="-125" dirty="0">
                <a:solidFill>
                  <a:srgbClr val="6ECDF1"/>
                </a:solidFill>
                <a:latin typeface="Arial Black"/>
                <a:cs typeface="Arial Black"/>
              </a:rPr>
              <a:t>problems</a:t>
            </a:r>
            <a:r>
              <a:rPr sz="2150" spc="-165" dirty="0">
                <a:solidFill>
                  <a:srgbClr val="6ECDF1"/>
                </a:solidFill>
                <a:latin typeface="Arial Black"/>
                <a:cs typeface="Arial Black"/>
              </a:rPr>
              <a:t> </a:t>
            </a:r>
            <a:r>
              <a:rPr sz="2150" spc="-145" dirty="0">
                <a:solidFill>
                  <a:srgbClr val="6ECDF1"/>
                </a:solidFill>
                <a:latin typeface="Arial Black"/>
                <a:cs typeface="Arial Black"/>
              </a:rPr>
              <a:t>at</a:t>
            </a:r>
            <a:r>
              <a:rPr sz="2150" spc="-165" dirty="0">
                <a:solidFill>
                  <a:srgbClr val="6ECDF1"/>
                </a:solidFill>
                <a:latin typeface="Arial Black"/>
                <a:cs typeface="Arial Black"/>
              </a:rPr>
              <a:t> </a:t>
            </a:r>
            <a:r>
              <a:rPr sz="2150" spc="-160" dirty="0">
                <a:solidFill>
                  <a:srgbClr val="6ECDF1"/>
                </a:solidFill>
                <a:latin typeface="Arial Black"/>
                <a:cs typeface="Arial Black"/>
              </a:rPr>
              <a:t>an</a:t>
            </a:r>
            <a:r>
              <a:rPr sz="2150" spc="-165" dirty="0">
                <a:solidFill>
                  <a:srgbClr val="6ECDF1"/>
                </a:solidFill>
                <a:latin typeface="Arial Black"/>
                <a:cs typeface="Arial Black"/>
              </a:rPr>
              <a:t> </a:t>
            </a:r>
            <a:r>
              <a:rPr sz="2150" spc="-125" dirty="0">
                <a:solidFill>
                  <a:srgbClr val="6ECDF1"/>
                </a:solidFill>
                <a:latin typeface="Arial Black"/>
                <a:cs typeface="Arial Black"/>
              </a:rPr>
              <a:t>early</a:t>
            </a:r>
            <a:r>
              <a:rPr sz="2150" spc="-160" dirty="0">
                <a:solidFill>
                  <a:srgbClr val="6ECDF1"/>
                </a:solidFill>
                <a:latin typeface="Arial Black"/>
                <a:cs typeface="Arial Black"/>
              </a:rPr>
              <a:t> </a:t>
            </a:r>
            <a:r>
              <a:rPr sz="2150" spc="-195" dirty="0">
                <a:solidFill>
                  <a:srgbClr val="6ECDF1"/>
                </a:solidFill>
                <a:latin typeface="Arial Black"/>
                <a:cs typeface="Arial Black"/>
              </a:rPr>
              <a:t>stage,</a:t>
            </a:r>
            <a:r>
              <a:rPr sz="2150" spc="-165" dirty="0">
                <a:solidFill>
                  <a:srgbClr val="6ECDF1"/>
                </a:solidFill>
                <a:latin typeface="Arial Black"/>
                <a:cs typeface="Arial Black"/>
              </a:rPr>
              <a:t> </a:t>
            </a:r>
            <a:r>
              <a:rPr sz="2150" spc="-140" dirty="0">
                <a:solidFill>
                  <a:srgbClr val="6ECDF1"/>
                </a:solidFill>
                <a:latin typeface="Arial Black"/>
                <a:cs typeface="Arial Black"/>
              </a:rPr>
              <a:t>medication</a:t>
            </a:r>
            <a:r>
              <a:rPr sz="2150" spc="-165" dirty="0">
                <a:solidFill>
                  <a:srgbClr val="6ECDF1"/>
                </a:solidFill>
                <a:latin typeface="Arial Black"/>
                <a:cs typeface="Arial Black"/>
              </a:rPr>
              <a:t> </a:t>
            </a:r>
            <a:r>
              <a:rPr sz="2150" spc="-160" dirty="0">
                <a:solidFill>
                  <a:srgbClr val="6ECDF1"/>
                </a:solidFill>
                <a:latin typeface="Arial Black"/>
                <a:cs typeface="Arial Black"/>
              </a:rPr>
              <a:t>management, </a:t>
            </a:r>
            <a:r>
              <a:rPr sz="2150" spc="-20" dirty="0">
                <a:solidFill>
                  <a:srgbClr val="6ECDF1"/>
                </a:solidFill>
                <a:latin typeface="Arial Black"/>
                <a:cs typeface="Arial Black"/>
              </a:rPr>
              <a:t>emergency </a:t>
            </a:r>
            <a:r>
              <a:rPr sz="2150" spc="-140" dirty="0">
                <a:solidFill>
                  <a:srgbClr val="6ECDF1"/>
                </a:solidFill>
                <a:latin typeface="Arial Black"/>
                <a:cs typeface="Arial Black"/>
              </a:rPr>
              <a:t>situations,</a:t>
            </a:r>
            <a:r>
              <a:rPr sz="2150" spc="-160" dirty="0">
                <a:solidFill>
                  <a:srgbClr val="6ECDF1"/>
                </a:solidFill>
                <a:latin typeface="Arial Black"/>
                <a:cs typeface="Arial Black"/>
              </a:rPr>
              <a:t> </a:t>
            </a:r>
            <a:r>
              <a:rPr sz="2150" spc="-130" dirty="0">
                <a:solidFill>
                  <a:srgbClr val="6ECDF1"/>
                </a:solidFill>
                <a:latin typeface="Arial Black"/>
                <a:cs typeface="Arial Black"/>
              </a:rPr>
              <a:t>and</a:t>
            </a:r>
            <a:r>
              <a:rPr sz="2150" spc="-155" dirty="0">
                <a:solidFill>
                  <a:srgbClr val="6ECDF1"/>
                </a:solidFill>
                <a:latin typeface="Arial Black"/>
                <a:cs typeface="Arial Black"/>
              </a:rPr>
              <a:t> </a:t>
            </a:r>
            <a:r>
              <a:rPr sz="2150" spc="-204" dirty="0">
                <a:solidFill>
                  <a:srgbClr val="6ECDF1"/>
                </a:solidFill>
                <a:latin typeface="Arial Black"/>
                <a:cs typeface="Arial Black"/>
              </a:rPr>
              <a:t>lack</a:t>
            </a:r>
            <a:r>
              <a:rPr sz="2150" spc="-155" dirty="0">
                <a:solidFill>
                  <a:srgbClr val="6ECDF1"/>
                </a:solidFill>
                <a:latin typeface="Arial Black"/>
                <a:cs typeface="Arial Black"/>
              </a:rPr>
              <a:t> </a:t>
            </a:r>
            <a:r>
              <a:rPr sz="2150" spc="-55" dirty="0">
                <a:solidFill>
                  <a:srgbClr val="6ECDF1"/>
                </a:solidFill>
                <a:latin typeface="Arial Black"/>
                <a:cs typeface="Arial Black"/>
              </a:rPr>
              <a:t>of</a:t>
            </a:r>
            <a:r>
              <a:rPr sz="2150" spc="-155" dirty="0">
                <a:solidFill>
                  <a:srgbClr val="6ECDF1"/>
                </a:solidFill>
                <a:latin typeface="Arial Black"/>
                <a:cs typeface="Arial Black"/>
              </a:rPr>
              <a:t> </a:t>
            </a:r>
            <a:r>
              <a:rPr sz="2150" spc="-150" dirty="0">
                <a:solidFill>
                  <a:srgbClr val="6ECDF1"/>
                </a:solidFill>
                <a:latin typeface="Arial Black"/>
                <a:cs typeface="Arial Black"/>
              </a:rPr>
              <a:t>organized</a:t>
            </a:r>
            <a:r>
              <a:rPr sz="2150" spc="-155" dirty="0">
                <a:solidFill>
                  <a:srgbClr val="6ECDF1"/>
                </a:solidFill>
                <a:latin typeface="Arial Black"/>
                <a:cs typeface="Arial Black"/>
              </a:rPr>
              <a:t> medical </a:t>
            </a:r>
            <a:r>
              <a:rPr sz="2150" spc="-150" dirty="0">
                <a:solidFill>
                  <a:srgbClr val="6ECDF1"/>
                </a:solidFill>
                <a:latin typeface="Arial Black"/>
                <a:cs typeface="Arial Black"/>
              </a:rPr>
              <a:t>records.</a:t>
            </a:r>
            <a:r>
              <a:rPr sz="2150" spc="-160" dirty="0">
                <a:solidFill>
                  <a:srgbClr val="6ECDF1"/>
                </a:solidFill>
                <a:latin typeface="Arial Black"/>
                <a:cs typeface="Arial Black"/>
              </a:rPr>
              <a:t> </a:t>
            </a:r>
            <a:r>
              <a:rPr sz="2150" spc="-165" dirty="0">
                <a:solidFill>
                  <a:srgbClr val="6ECDF1"/>
                </a:solidFill>
                <a:latin typeface="Arial Black"/>
                <a:cs typeface="Arial Black"/>
              </a:rPr>
              <a:t>NalamAI</a:t>
            </a:r>
            <a:r>
              <a:rPr sz="2150" spc="-155" dirty="0">
                <a:solidFill>
                  <a:srgbClr val="6ECDF1"/>
                </a:solidFill>
                <a:latin typeface="Arial Black"/>
                <a:cs typeface="Arial Black"/>
              </a:rPr>
              <a:t> </a:t>
            </a:r>
            <a:r>
              <a:rPr sz="2150" spc="-10" dirty="0">
                <a:solidFill>
                  <a:srgbClr val="6ECDF1"/>
                </a:solidFill>
                <a:latin typeface="Arial Black"/>
                <a:cs typeface="Arial Black"/>
              </a:rPr>
              <a:t>provides </a:t>
            </a:r>
            <a:r>
              <a:rPr sz="2150" spc="-105" dirty="0">
                <a:solidFill>
                  <a:srgbClr val="6ECDF1"/>
                </a:solidFill>
                <a:latin typeface="Arial Black"/>
                <a:cs typeface="Arial Black"/>
              </a:rPr>
              <a:t>multiple</a:t>
            </a:r>
            <a:r>
              <a:rPr sz="2150" spc="-155" dirty="0">
                <a:solidFill>
                  <a:srgbClr val="6ECDF1"/>
                </a:solidFill>
                <a:latin typeface="Arial Black"/>
                <a:cs typeface="Arial Black"/>
              </a:rPr>
              <a:t> </a:t>
            </a:r>
            <a:r>
              <a:rPr sz="2150" spc="-140" dirty="0">
                <a:solidFill>
                  <a:srgbClr val="6ECDF1"/>
                </a:solidFill>
                <a:latin typeface="Arial Black"/>
                <a:cs typeface="Arial Black"/>
              </a:rPr>
              <a:t>integrated</a:t>
            </a:r>
            <a:r>
              <a:rPr sz="2150" spc="-155" dirty="0">
                <a:solidFill>
                  <a:srgbClr val="6ECDF1"/>
                </a:solidFill>
                <a:latin typeface="Arial Black"/>
                <a:cs typeface="Arial Black"/>
              </a:rPr>
              <a:t> </a:t>
            </a:r>
            <a:r>
              <a:rPr sz="2150" spc="-145" dirty="0">
                <a:solidFill>
                  <a:srgbClr val="6ECDF1"/>
                </a:solidFill>
                <a:latin typeface="Arial Black"/>
                <a:cs typeface="Arial Black"/>
              </a:rPr>
              <a:t>features</a:t>
            </a:r>
            <a:r>
              <a:rPr sz="2150" spc="-150" dirty="0">
                <a:solidFill>
                  <a:srgbClr val="6ECDF1"/>
                </a:solidFill>
                <a:latin typeface="Arial Black"/>
                <a:cs typeface="Arial Black"/>
              </a:rPr>
              <a:t> </a:t>
            </a:r>
            <a:r>
              <a:rPr sz="2150" spc="-130" dirty="0">
                <a:solidFill>
                  <a:srgbClr val="6ECDF1"/>
                </a:solidFill>
                <a:latin typeface="Arial Black"/>
                <a:cs typeface="Arial Black"/>
              </a:rPr>
              <a:t>including</a:t>
            </a:r>
            <a:r>
              <a:rPr sz="2150" spc="-155" dirty="0">
                <a:solidFill>
                  <a:srgbClr val="6ECDF1"/>
                </a:solidFill>
                <a:latin typeface="Arial Black"/>
                <a:cs typeface="Arial Black"/>
              </a:rPr>
              <a:t> </a:t>
            </a:r>
            <a:r>
              <a:rPr sz="2150" spc="-160" dirty="0">
                <a:solidFill>
                  <a:srgbClr val="6ECDF1"/>
                </a:solidFill>
                <a:latin typeface="Arial Black"/>
                <a:cs typeface="Arial Black"/>
              </a:rPr>
              <a:t>an</a:t>
            </a:r>
            <a:r>
              <a:rPr sz="2150" spc="-155" dirty="0">
                <a:solidFill>
                  <a:srgbClr val="6ECDF1"/>
                </a:solidFill>
                <a:latin typeface="Arial Black"/>
                <a:cs typeface="Arial Black"/>
              </a:rPr>
              <a:t> </a:t>
            </a:r>
            <a:r>
              <a:rPr sz="2150" spc="-80" dirty="0">
                <a:solidFill>
                  <a:srgbClr val="6ECDF1"/>
                </a:solidFill>
                <a:latin typeface="Arial Black"/>
                <a:cs typeface="Arial Black"/>
              </a:rPr>
              <a:t>AI-</a:t>
            </a:r>
            <a:r>
              <a:rPr sz="2150" spc="-165" dirty="0">
                <a:solidFill>
                  <a:srgbClr val="6ECDF1"/>
                </a:solidFill>
                <a:latin typeface="Arial Black"/>
                <a:cs typeface="Arial Black"/>
              </a:rPr>
              <a:t>based</a:t>
            </a:r>
            <a:r>
              <a:rPr sz="2150" spc="-150" dirty="0">
                <a:solidFill>
                  <a:srgbClr val="6ECDF1"/>
                </a:solidFill>
                <a:latin typeface="Arial Black"/>
                <a:cs typeface="Arial Black"/>
              </a:rPr>
              <a:t> voice</a:t>
            </a:r>
            <a:r>
              <a:rPr sz="2150" spc="-155" dirty="0">
                <a:solidFill>
                  <a:srgbClr val="6ECDF1"/>
                </a:solidFill>
                <a:latin typeface="Arial Black"/>
                <a:cs typeface="Arial Black"/>
              </a:rPr>
              <a:t> </a:t>
            </a:r>
            <a:r>
              <a:rPr sz="2150" spc="-10" dirty="0">
                <a:solidFill>
                  <a:srgbClr val="6ECDF1"/>
                </a:solidFill>
                <a:latin typeface="Arial Black"/>
                <a:cs typeface="Arial Black"/>
              </a:rPr>
              <a:t>symptom </a:t>
            </a:r>
            <a:r>
              <a:rPr sz="2150" spc="-215" dirty="0">
                <a:solidFill>
                  <a:srgbClr val="6ECDF1"/>
                </a:solidFill>
                <a:latin typeface="Arial Black"/>
                <a:cs typeface="Arial Black"/>
              </a:rPr>
              <a:t>checker,</a:t>
            </a:r>
            <a:r>
              <a:rPr sz="2150" spc="-135" dirty="0">
                <a:solidFill>
                  <a:srgbClr val="6ECDF1"/>
                </a:solidFill>
                <a:latin typeface="Arial Black"/>
                <a:cs typeface="Arial Black"/>
              </a:rPr>
              <a:t> </a:t>
            </a:r>
            <a:r>
              <a:rPr sz="2150" spc="-145" dirty="0">
                <a:solidFill>
                  <a:srgbClr val="6ECDF1"/>
                </a:solidFill>
                <a:latin typeface="Arial Black"/>
                <a:cs typeface="Arial Black"/>
              </a:rPr>
              <a:t>telemedicine</a:t>
            </a:r>
            <a:r>
              <a:rPr sz="2150" spc="-140" dirty="0">
                <a:solidFill>
                  <a:srgbClr val="6ECDF1"/>
                </a:solidFill>
                <a:latin typeface="Arial Black"/>
                <a:cs typeface="Arial Black"/>
              </a:rPr>
              <a:t> </a:t>
            </a:r>
            <a:r>
              <a:rPr sz="2150" spc="-100" dirty="0">
                <a:solidFill>
                  <a:srgbClr val="6ECDF1"/>
                </a:solidFill>
                <a:latin typeface="Arial Black"/>
                <a:cs typeface="Arial Black"/>
              </a:rPr>
              <a:t>support,</a:t>
            </a:r>
            <a:r>
              <a:rPr sz="2150" spc="-135" dirty="0">
                <a:solidFill>
                  <a:srgbClr val="6ECDF1"/>
                </a:solidFill>
                <a:latin typeface="Arial Black"/>
                <a:cs typeface="Arial Black"/>
              </a:rPr>
              <a:t> </a:t>
            </a:r>
            <a:r>
              <a:rPr sz="2150" spc="-150" dirty="0">
                <a:solidFill>
                  <a:srgbClr val="6ECDF1"/>
                </a:solidFill>
                <a:latin typeface="Arial Black"/>
                <a:cs typeface="Arial Black"/>
              </a:rPr>
              <a:t>medicine</a:t>
            </a:r>
            <a:r>
              <a:rPr sz="2150" spc="-140" dirty="0">
                <a:solidFill>
                  <a:srgbClr val="6ECDF1"/>
                </a:solidFill>
                <a:latin typeface="Arial Black"/>
                <a:cs typeface="Arial Black"/>
              </a:rPr>
              <a:t> </a:t>
            </a:r>
            <a:r>
              <a:rPr sz="2150" spc="-135" dirty="0">
                <a:solidFill>
                  <a:srgbClr val="6ECDF1"/>
                </a:solidFill>
                <a:latin typeface="Arial Black"/>
                <a:cs typeface="Arial Black"/>
              </a:rPr>
              <a:t>reminders,</a:t>
            </a:r>
            <a:r>
              <a:rPr sz="2150" spc="-130" dirty="0">
                <a:solidFill>
                  <a:srgbClr val="6ECDF1"/>
                </a:solidFill>
                <a:latin typeface="Arial Black"/>
                <a:cs typeface="Arial Black"/>
              </a:rPr>
              <a:t> </a:t>
            </a:r>
            <a:r>
              <a:rPr sz="2150" spc="-170" dirty="0">
                <a:solidFill>
                  <a:srgbClr val="6ECDF1"/>
                </a:solidFill>
                <a:latin typeface="Arial Black"/>
                <a:cs typeface="Arial Black"/>
              </a:rPr>
              <a:t>emergency</a:t>
            </a:r>
            <a:r>
              <a:rPr sz="2150" spc="-140" dirty="0">
                <a:solidFill>
                  <a:srgbClr val="6ECDF1"/>
                </a:solidFill>
                <a:latin typeface="Arial Black"/>
                <a:cs typeface="Arial Black"/>
              </a:rPr>
              <a:t> </a:t>
            </a:r>
            <a:r>
              <a:rPr sz="2150" spc="-20" dirty="0">
                <a:solidFill>
                  <a:srgbClr val="6ECDF1"/>
                </a:solidFill>
                <a:latin typeface="Arial Black"/>
                <a:cs typeface="Arial Black"/>
              </a:rPr>
              <a:t>SOS, </a:t>
            </a:r>
            <a:r>
              <a:rPr sz="2150" spc="-165" dirty="0">
                <a:solidFill>
                  <a:srgbClr val="6ECDF1"/>
                </a:solidFill>
                <a:latin typeface="Arial Black"/>
                <a:cs typeface="Arial Black"/>
              </a:rPr>
              <a:t>caregiver</a:t>
            </a:r>
            <a:r>
              <a:rPr sz="2150" spc="-155" dirty="0">
                <a:solidFill>
                  <a:srgbClr val="6ECDF1"/>
                </a:solidFill>
                <a:latin typeface="Arial Black"/>
                <a:cs typeface="Arial Black"/>
              </a:rPr>
              <a:t> </a:t>
            </a:r>
            <a:r>
              <a:rPr sz="2150" spc="-125" dirty="0">
                <a:solidFill>
                  <a:srgbClr val="6ECDF1"/>
                </a:solidFill>
                <a:latin typeface="Arial Black"/>
                <a:cs typeface="Arial Black"/>
              </a:rPr>
              <a:t>notifications,</a:t>
            </a:r>
            <a:r>
              <a:rPr sz="2150" spc="-150" dirty="0">
                <a:solidFill>
                  <a:srgbClr val="6ECDF1"/>
                </a:solidFill>
                <a:latin typeface="Arial Black"/>
                <a:cs typeface="Arial Black"/>
              </a:rPr>
              <a:t> </a:t>
            </a:r>
            <a:r>
              <a:rPr sz="2150" spc="-130" dirty="0">
                <a:solidFill>
                  <a:srgbClr val="6ECDF1"/>
                </a:solidFill>
                <a:latin typeface="Arial Black"/>
                <a:cs typeface="Arial Black"/>
              </a:rPr>
              <a:t>and</a:t>
            </a:r>
            <a:r>
              <a:rPr sz="2150" spc="-155" dirty="0">
                <a:solidFill>
                  <a:srgbClr val="6ECDF1"/>
                </a:solidFill>
                <a:latin typeface="Arial Black"/>
                <a:cs typeface="Arial Black"/>
              </a:rPr>
              <a:t> </a:t>
            </a:r>
            <a:r>
              <a:rPr sz="2150" spc="-125" dirty="0">
                <a:solidFill>
                  <a:srgbClr val="6ECDF1"/>
                </a:solidFill>
                <a:latin typeface="Arial Black"/>
                <a:cs typeface="Arial Black"/>
              </a:rPr>
              <a:t>digital</a:t>
            </a:r>
            <a:r>
              <a:rPr sz="2150" spc="-150" dirty="0">
                <a:solidFill>
                  <a:srgbClr val="6ECDF1"/>
                </a:solidFill>
                <a:latin typeface="Arial Black"/>
                <a:cs typeface="Arial Black"/>
              </a:rPr>
              <a:t> </a:t>
            </a:r>
            <a:r>
              <a:rPr sz="2150" spc="-125" dirty="0">
                <a:solidFill>
                  <a:srgbClr val="6ECDF1"/>
                </a:solidFill>
                <a:latin typeface="Arial Black"/>
                <a:cs typeface="Arial Black"/>
              </a:rPr>
              <a:t>health</a:t>
            </a:r>
            <a:r>
              <a:rPr sz="2150" spc="-155" dirty="0">
                <a:solidFill>
                  <a:srgbClr val="6ECDF1"/>
                </a:solidFill>
                <a:latin typeface="Arial Black"/>
                <a:cs typeface="Arial Black"/>
              </a:rPr>
              <a:t> </a:t>
            </a:r>
            <a:r>
              <a:rPr sz="2150" spc="-150" dirty="0">
                <a:solidFill>
                  <a:srgbClr val="6ECDF1"/>
                </a:solidFill>
                <a:latin typeface="Arial Black"/>
                <a:cs typeface="Arial Black"/>
              </a:rPr>
              <a:t>records.</a:t>
            </a:r>
            <a:r>
              <a:rPr sz="2150" spc="-145" dirty="0">
                <a:solidFill>
                  <a:srgbClr val="6ECDF1"/>
                </a:solidFill>
                <a:latin typeface="Arial Black"/>
                <a:cs typeface="Arial Black"/>
              </a:rPr>
              <a:t> </a:t>
            </a:r>
            <a:r>
              <a:rPr sz="2150" spc="-190" dirty="0">
                <a:solidFill>
                  <a:srgbClr val="6ECDF1"/>
                </a:solidFill>
                <a:latin typeface="Arial Black"/>
                <a:cs typeface="Arial Black"/>
              </a:rPr>
              <a:t>Users</a:t>
            </a:r>
            <a:r>
              <a:rPr sz="2150" spc="-155" dirty="0">
                <a:solidFill>
                  <a:srgbClr val="6ECDF1"/>
                </a:solidFill>
                <a:latin typeface="Arial Black"/>
                <a:cs typeface="Arial Black"/>
              </a:rPr>
              <a:t> </a:t>
            </a:r>
            <a:r>
              <a:rPr sz="2150" spc="-195" dirty="0">
                <a:solidFill>
                  <a:srgbClr val="6ECDF1"/>
                </a:solidFill>
                <a:latin typeface="Arial Black"/>
                <a:cs typeface="Arial Black"/>
              </a:rPr>
              <a:t>can</a:t>
            </a:r>
            <a:r>
              <a:rPr sz="2150" spc="-155" dirty="0">
                <a:solidFill>
                  <a:srgbClr val="6ECDF1"/>
                </a:solidFill>
                <a:latin typeface="Arial Black"/>
                <a:cs typeface="Arial Black"/>
              </a:rPr>
              <a:t> </a:t>
            </a:r>
            <a:r>
              <a:rPr sz="2150" spc="-10" dirty="0">
                <a:solidFill>
                  <a:srgbClr val="6ECDF1"/>
                </a:solidFill>
                <a:latin typeface="Arial Black"/>
                <a:cs typeface="Arial Black"/>
              </a:rPr>
              <a:t>describe </a:t>
            </a:r>
            <a:r>
              <a:rPr sz="2150" spc="-105" dirty="0">
                <a:solidFill>
                  <a:srgbClr val="6ECDF1"/>
                </a:solidFill>
                <a:latin typeface="Arial Black"/>
                <a:cs typeface="Arial Black"/>
              </a:rPr>
              <a:t>their</a:t>
            </a:r>
            <a:r>
              <a:rPr sz="2150" spc="-160" dirty="0">
                <a:solidFill>
                  <a:srgbClr val="6ECDF1"/>
                </a:solidFill>
                <a:latin typeface="Arial Black"/>
                <a:cs typeface="Arial Black"/>
              </a:rPr>
              <a:t> </a:t>
            </a:r>
            <a:r>
              <a:rPr sz="2150" spc="-145" dirty="0">
                <a:solidFill>
                  <a:srgbClr val="6ECDF1"/>
                </a:solidFill>
                <a:latin typeface="Arial Black"/>
                <a:cs typeface="Arial Black"/>
              </a:rPr>
              <a:t>symptoms</a:t>
            </a:r>
            <a:r>
              <a:rPr sz="2150" spc="-155" dirty="0">
                <a:solidFill>
                  <a:srgbClr val="6ECDF1"/>
                </a:solidFill>
                <a:latin typeface="Arial Black"/>
                <a:cs typeface="Arial Black"/>
              </a:rPr>
              <a:t> </a:t>
            </a:r>
            <a:r>
              <a:rPr sz="2150" spc="-114" dirty="0">
                <a:solidFill>
                  <a:srgbClr val="6ECDF1"/>
                </a:solidFill>
                <a:latin typeface="Arial Black"/>
                <a:cs typeface="Arial Black"/>
              </a:rPr>
              <a:t>through</a:t>
            </a:r>
            <a:r>
              <a:rPr sz="2150" spc="-160" dirty="0">
                <a:solidFill>
                  <a:srgbClr val="6ECDF1"/>
                </a:solidFill>
                <a:latin typeface="Arial Black"/>
                <a:cs typeface="Arial Black"/>
              </a:rPr>
              <a:t> </a:t>
            </a:r>
            <a:r>
              <a:rPr sz="2150" spc="-155" dirty="0">
                <a:solidFill>
                  <a:srgbClr val="6ECDF1"/>
                </a:solidFill>
                <a:latin typeface="Arial Black"/>
                <a:cs typeface="Arial Black"/>
              </a:rPr>
              <a:t>voice, </a:t>
            </a:r>
            <a:r>
              <a:rPr sz="2150" spc="-130" dirty="0">
                <a:solidFill>
                  <a:srgbClr val="6ECDF1"/>
                </a:solidFill>
                <a:latin typeface="Arial Black"/>
                <a:cs typeface="Arial Black"/>
              </a:rPr>
              <a:t>including</a:t>
            </a:r>
            <a:r>
              <a:rPr sz="2150" spc="-155" dirty="0">
                <a:solidFill>
                  <a:srgbClr val="6ECDF1"/>
                </a:solidFill>
                <a:latin typeface="Arial Black"/>
                <a:cs typeface="Arial Black"/>
              </a:rPr>
              <a:t> </a:t>
            </a:r>
            <a:r>
              <a:rPr sz="2150" spc="-140" dirty="0">
                <a:solidFill>
                  <a:srgbClr val="6ECDF1"/>
                </a:solidFill>
                <a:latin typeface="Arial Black"/>
                <a:cs typeface="Arial Black"/>
              </a:rPr>
              <a:t>regional</a:t>
            </a:r>
            <a:r>
              <a:rPr sz="2150" spc="-160" dirty="0">
                <a:solidFill>
                  <a:srgbClr val="6ECDF1"/>
                </a:solidFill>
                <a:latin typeface="Arial Black"/>
                <a:cs typeface="Arial Black"/>
              </a:rPr>
              <a:t> </a:t>
            </a:r>
            <a:r>
              <a:rPr sz="2150" spc="-180" dirty="0">
                <a:solidFill>
                  <a:srgbClr val="6ECDF1"/>
                </a:solidFill>
                <a:latin typeface="Arial Black"/>
                <a:cs typeface="Arial Black"/>
              </a:rPr>
              <a:t>languages,</a:t>
            </a:r>
            <a:r>
              <a:rPr sz="2150" spc="-155" dirty="0">
                <a:solidFill>
                  <a:srgbClr val="6ECDF1"/>
                </a:solidFill>
                <a:latin typeface="Arial Black"/>
                <a:cs typeface="Arial Black"/>
              </a:rPr>
              <a:t> </a:t>
            </a:r>
            <a:r>
              <a:rPr sz="2150" spc="-130" dirty="0">
                <a:solidFill>
                  <a:srgbClr val="6ECDF1"/>
                </a:solidFill>
                <a:latin typeface="Arial Black"/>
                <a:cs typeface="Arial Black"/>
              </a:rPr>
              <a:t>and</a:t>
            </a:r>
            <a:r>
              <a:rPr sz="2150" spc="-155" dirty="0">
                <a:solidFill>
                  <a:srgbClr val="6ECDF1"/>
                </a:solidFill>
                <a:latin typeface="Arial Black"/>
                <a:cs typeface="Arial Black"/>
              </a:rPr>
              <a:t> </a:t>
            </a:r>
            <a:r>
              <a:rPr sz="2150" spc="-10" dirty="0">
                <a:solidFill>
                  <a:srgbClr val="6ECDF1"/>
                </a:solidFill>
                <a:latin typeface="Arial Black"/>
                <a:cs typeface="Arial Black"/>
              </a:rPr>
              <a:t>receive </a:t>
            </a:r>
            <a:r>
              <a:rPr sz="2150" spc="-114" dirty="0">
                <a:solidFill>
                  <a:srgbClr val="6ECDF1"/>
                </a:solidFill>
                <a:latin typeface="Arial Black"/>
                <a:cs typeface="Arial Black"/>
              </a:rPr>
              <a:t>preliminary</a:t>
            </a:r>
            <a:r>
              <a:rPr sz="2150" spc="-160" dirty="0">
                <a:solidFill>
                  <a:srgbClr val="6ECDF1"/>
                </a:solidFill>
                <a:latin typeface="Arial Black"/>
                <a:cs typeface="Arial Black"/>
              </a:rPr>
              <a:t> </a:t>
            </a:r>
            <a:r>
              <a:rPr sz="2150" spc="-125" dirty="0">
                <a:solidFill>
                  <a:srgbClr val="6ECDF1"/>
                </a:solidFill>
                <a:latin typeface="Arial Black"/>
                <a:cs typeface="Arial Black"/>
              </a:rPr>
              <a:t>health</a:t>
            </a:r>
            <a:r>
              <a:rPr sz="2150" spc="-155" dirty="0">
                <a:solidFill>
                  <a:srgbClr val="6ECDF1"/>
                </a:solidFill>
                <a:latin typeface="Arial Black"/>
                <a:cs typeface="Arial Black"/>
              </a:rPr>
              <a:t> </a:t>
            </a:r>
            <a:r>
              <a:rPr sz="2150" spc="-165" dirty="0">
                <a:solidFill>
                  <a:srgbClr val="6ECDF1"/>
                </a:solidFill>
                <a:latin typeface="Arial Black"/>
                <a:cs typeface="Arial Black"/>
              </a:rPr>
              <a:t>guidance</a:t>
            </a:r>
            <a:r>
              <a:rPr sz="2150" spc="-155" dirty="0">
                <a:solidFill>
                  <a:srgbClr val="6ECDF1"/>
                </a:solidFill>
                <a:latin typeface="Arial Black"/>
                <a:cs typeface="Arial Black"/>
              </a:rPr>
              <a:t> </a:t>
            </a:r>
            <a:r>
              <a:rPr sz="2150" spc="-105" dirty="0">
                <a:solidFill>
                  <a:srgbClr val="6ECDF1"/>
                </a:solidFill>
                <a:latin typeface="Arial Black"/>
                <a:cs typeface="Arial Black"/>
              </a:rPr>
              <a:t>before</a:t>
            </a:r>
            <a:r>
              <a:rPr sz="2150" spc="-155" dirty="0">
                <a:solidFill>
                  <a:srgbClr val="6ECDF1"/>
                </a:solidFill>
                <a:latin typeface="Arial Black"/>
                <a:cs typeface="Arial Black"/>
              </a:rPr>
              <a:t> </a:t>
            </a:r>
            <a:r>
              <a:rPr sz="2150" spc="-140" dirty="0">
                <a:solidFill>
                  <a:srgbClr val="6ECDF1"/>
                </a:solidFill>
                <a:latin typeface="Arial Black"/>
                <a:cs typeface="Arial Black"/>
              </a:rPr>
              <a:t>consulting</a:t>
            </a:r>
            <a:r>
              <a:rPr sz="2150" spc="-155" dirty="0">
                <a:solidFill>
                  <a:srgbClr val="6ECDF1"/>
                </a:solidFill>
                <a:latin typeface="Arial Black"/>
                <a:cs typeface="Arial Black"/>
              </a:rPr>
              <a:t> </a:t>
            </a:r>
            <a:r>
              <a:rPr sz="2150" spc="-225" dirty="0">
                <a:solidFill>
                  <a:srgbClr val="6ECDF1"/>
                </a:solidFill>
                <a:latin typeface="Arial Black"/>
                <a:cs typeface="Arial Black"/>
              </a:rPr>
              <a:t>a</a:t>
            </a:r>
            <a:r>
              <a:rPr sz="2150" spc="-155" dirty="0">
                <a:solidFill>
                  <a:srgbClr val="6ECDF1"/>
                </a:solidFill>
                <a:latin typeface="Arial Black"/>
                <a:cs typeface="Arial Black"/>
              </a:rPr>
              <a:t> </a:t>
            </a:r>
            <a:r>
              <a:rPr sz="2150" spc="-150" dirty="0">
                <a:solidFill>
                  <a:srgbClr val="6ECDF1"/>
                </a:solidFill>
                <a:latin typeface="Arial Black"/>
                <a:cs typeface="Arial Black"/>
              </a:rPr>
              <a:t>healthcare</a:t>
            </a:r>
            <a:r>
              <a:rPr sz="2150" spc="-155" dirty="0">
                <a:solidFill>
                  <a:srgbClr val="6ECDF1"/>
                </a:solidFill>
                <a:latin typeface="Arial Black"/>
                <a:cs typeface="Arial Black"/>
              </a:rPr>
              <a:t> </a:t>
            </a:r>
            <a:r>
              <a:rPr sz="2150" spc="-70" dirty="0">
                <a:solidFill>
                  <a:srgbClr val="6ECDF1"/>
                </a:solidFill>
                <a:latin typeface="Arial Black"/>
                <a:cs typeface="Arial Black"/>
              </a:rPr>
              <a:t>professional.</a:t>
            </a:r>
            <a:endParaRPr sz="2150">
              <a:latin typeface="Arial Black"/>
              <a:cs typeface="Arial Black"/>
            </a:endParaRPr>
          </a:p>
          <a:p>
            <a:pPr marL="159385" marR="151765" algn="ctr">
              <a:lnSpc>
                <a:spcPct val="116300"/>
              </a:lnSpc>
            </a:pPr>
            <a:r>
              <a:rPr sz="2150" spc="-195" dirty="0">
                <a:solidFill>
                  <a:srgbClr val="6ECDF1"/>
                </a:solidFill>
                <a:latin typeface="Arial Black"/>
                <a:cs typeface="Arial Black"/>
              </a:rPr>
              <a:t>The</a:t>
            </a:r>
            <a:r>
              <a:rPr sz="2150" spc="-175" dirty="0">
                <a:solidFill>
                  <a:srgbClr val="6ECDF1"/>
                </a:solidFill>
                <a:latin typeface="Arial Black"/>
                <a:cs typeface="Arial Black"/>
              </a:rPr>
              <a:t> </a:t>
            </a:r>
            <a:r>
              <a:rPr sz="2150" spc="-95" dirty="0">
                <a:solidFill>
                  <a:srgbClr val="6ECDF1"/>
                </a:solidFill>
                <a:latin typeface="Arial Black"/>
                <a:cs typeface="Arial Black"/>
              </a:rPr>
              <a:t>platform</a:t>
            </a:r>
            <a:r>
              <a:rPr sz="2150" spc="-175" dirty="0">
                <a:solidFill>
                  <a:srgbClr val="6ECDF1"/>
                </a:solidFill>
                <a:latin typeface="Arial Black"/>
                <a:cs typeface="Arial Black"/>
              </a:rPr>
              <a:t> </a:t>
            </a:r>
            <a:r>
              <a:rPr sz="2150" spc="-160" dirty="0">
                <a:solidFill>
                  <a:srgbClr val="6ECDF1"/>
                </a:solidFill>
                <a:latin typeface="Arial Black"/>
                <a:cs typeface="Arial Black"/>
              </a:rPr>
              <a:t>also</a:t>
            </a:r>
            <a:r>
              <a:rPr sz="2150" spc="-170" dirty="0">
                <a:solidFill>
                  <a:srgbClr val="6ECDF1"/>
                </a:solidFill>
                <a:latin typeface="Arial Black"/>
                <a:cs typeface="Arial Black"/>
              </a:rPr>
              <a:t> </a:t>
            </a:r>
            <a:r>
              <a:rPr sz="2150" spc="-160" dirty="0">
                <a:solidFill>
                  <a:srgbClr val="6ECDF1"/>
                </a:solidFill>
                <a:latin typeface="Arial Black"/>
                <a:cs typeface="Arial Black"/>
              </a:rPr>
              <a:t>enables</a:t>
            </a:r>
            <a:r>
              <a:rPr sz="2150" spc="-175" dirty="0">
                <a:solidFill>
                  <a:srgbClr val="6ECDF1"/>
                </a:solidFill>
                <a:latin typeface="Arial Black"/>
                <a:cs typeface="Arial Black"/>
              </a:rPr>
              <a:t> </a:t>
            </a:r>
            <a:r>
              <a:rPr sz="2150" spc="-180" dirty="0">
                <a:solidFill>
                  <a:srgbClr val="6ECDF1"/>
                </a:solidFill>
                <a:latin typeface="Arial Black"/>
                <a:cs typeface="Arial Black"/>
              </a:rPr>
              <a:t>users</a:t>
            </a:r>
            <a:r>
              <a:rPr sz="2150" spc="-170" dirty="0">
                <a:solidFill>
                  <a:srgbClr val="6ECDF1"/>
                </a:solidFill>
                <a:latin typeface="Arial Black"/>
                <a:cs typeface="Arial Black"/>
              </a:rPr>
              <a:t> </a:t>
            </a:r>
            <a:r>
              <a:rPr sz="2150" spc="-80" dirty="0">
                <a:solidFill>
                  <a:srgbClr val="6ECDF1"/>
                </a:solidFill>
                <a:latin typeface="Arial Black"/>
                <a:cs typeface="Arial Black"/>
              </a:rPr>
              <a:t>to</a:t>
            </a:r>
            <a:r>
              <a:rPr sz="2150" spc="-175" dirty="0">
                <a:solidFill>
                  <a:srgbClr val="6ECDF1"/>
                </a:solidFill>
                <a:latin typeface="Arial Black"/>
                <a:cs typeface="Arial Black"/>
              </a:rPr>
              <a:t> </a:t>
            </a:r>
            <a:r>
              <a:rPr sz="2150" spc="-150" dirty="0">
                <a:solidFill>
                  <a:srgbClr val="6ECDF1"/>
                </a:solidFill>
                <a:latin typeface="Arial Black"/>
                <a:cs typeface="Arial Black"/>
              </a:rPr>
              <a:t>connect</a:t>
            </a:r>
            <a:r>
              <a:rPr sz="2150" spc="-170" dirty="0">
                <a:solidFill>
                  <a:srgbClr val="6ECDF1"/>
                </a:solidFill>
                <a:latin typeface="Arial Black"/>
                <a:cs typeface="Arial Black"/>
              </a:rPr>
              <a:t> </a:t>
            </a:r>
            <a:r>
              <a:rPr sz="2150" spc="-155" dirty="0">
                <a:solidFill>
                  <a:srgbClr val="6ECDF1"/>
                </a:solidFill>
                <a:latin typeface="Arial Black"/>
                <a:cs typeface="Arial Black"/>
              </a:rPr>
              <a:t>with</a:t>
            </a:r>
            <a:r>
              <a:rPr sz="2150" spc="-175" dirty="0">
                <a:solidFill>
                  <a:srgbClr val="6ECDF1"/>
                </a:solidFill>
                <a:latin typeface="Arial Black"/>
                <a:cs typeface="Arial Black"/>
              </a:rPr>
              <a:t> </a:t>
            </a:r>
            <a:r>
              <a:rPr sz="2150" spc="-130" dirty="0">
                <a:solidFill>
                  <a:srgbClr val="6ECDF1"/>
                </a:solidFill>
                <a:latin typeface="Arial Black"/>
                <a:cs typeface="Arial Black"/>
              </a:rPr>
              <a:t>doctors</a:t>
            </a:r>
            <a:r>
              <a:rPr sz="2150" spc="-170" dirty="0">
                <a:solidFill>
                  <a:srgbClr val="6ECDF1"/>
                </a:solidFill>
                <a:latin typeface="Arial Black"/>
                <a:cs typeface="Arial Black"/>
              </a:rPr>
              <a:t> </a:t>
            </a:r>
            <a:r>
              <a:rPr sz="2150" spc="-10" dirty="0">
                <a:solidFill>
                  <a:srgbClr val="6ECDF1"/>
                </a:solidFill>
                <a:latin typeface="Arial Black"/>
                <a:cs typeface="Arial Black"/>
              </a:rPr>
              <a:t>remotely, </a:t>
            </a:r>
            <a:r>
              <a:rPr sz="2150" spc="-165" dirty="0">
                <a:solidFill>
                  <a:srgbClr val="6ECDF1"/>
                </a:solidFill>
                <a:latin typeface="Arial Black"/>
                <a:cs typeface="Arial Black"/>
              </a:rPr>
              <a:t>receive</a:t>
            </a:r>
            <a:r>
              <a:rPr sz="2150" spc="-160" dirty="0">
                <a:solidFill>
                  <a:srgbClr val="6ECDF1"/>
                </a:solidFill>
                <a:latin typeface="Arial Black"/>
                <a:cs typeface="Arial Black"/>
              </a:rPr>
              <a:t> </a:t>
            </a:r>
            <a:r>
              <a:rPr sz="2150" spc="-140" dirty="0">
                <a:solidFill>
                  <a:srgbClr val="6ECDF1"/>
                </a:solidFill>
                <a:latin typeface="Arial Black"/>
                <a:cs typeface="Arial Black"/>
              </a:rPr>
              <a:t>medication</a:t>
            </a:r>
            <a:r>
              <a:rPr sz="2150" spc="-160" dirty="0">
                <a:solidFill>
                  <a:srgbClr val="6ECDF1"/>
                </a:solidFill>
                <a:latin typeface="Arial Black"/>
                <a:cs typeface="Arial Black"/>
              </a:rPr>
              <a:t> </a:t>
            </a:r>
            <a:r>
              <a:rPr sz="2150" spc="-135" dirty="0">
                <a:solidFill>
                  <a:srgbClr val="6ECDF1"/>
                </a:solidFill>
                <a:latin typeface="Arial Black"/>
                <a:cs typeface="Arial Black"/>
              </a:rPr>
              <a:t>reminders,</a:t>
            </a:r>
            <a:r>
              <a:rPr sz="2150" spc="-155" dirty="0">
                <a:solidFill>
                  <a:srgbClr val="6ECDF1"/>
                </a:solidFill>
                <a:latin typeface="Arial Black"/>
                <a:cs typeface="Arial Black"/>
              </a:rPr>
              <a:t> </a:t>
            </a:r>
            <a:r>
              <a:rPr sz="2150" spc="-130" dirty="0">
                <a:solidFill>
                  <a:srgbClr val="6ECDF1"/>
                </a:solidFill>
                <a:latin typeface="Arial Black"/>
                <a:cs typeface="Arial Black"/>
              </a:rPr>
              <a:t>and</a:t>
            </a:r>
            <a:r>
              <a:rPr sz="2150" spc="-160" dirty="0">
                <a:solidFill>
                  <a:srgbClr val="6ECDF1"/>
                </a:solidFill>
                <a:latin typeface="Arial Black"/>
                <a:cs typeface="Arial Black"/>
              </a:rPr>
              <a:t> </a:t>
            </a:r>
            <a:r>
              <a:rPr sz="2150" spc="-155" dirty="0">
                <a:solidFill>
                  <a:srgbClr val="6ECDF1"/>
                </a:solidFill>
                <a:latin typeface="Arial Black"/>
                <a:cs typeface="Arial Black"/>
              </a:rPr>
              <a:t>securely </a:t>
            </a:r>
            <a:r>
              <a:rPr sz="2150" spc="-135" dirty="0">
                <a:solidFill>
                  <a:srgbClr val="6ECDF1"/>
                </a:solidFill>
                <a:latin typeface="Arial Black"/>
                <a:cs typeface="Arial Black"/>
              </a:rPr>
              <a:t>maintain</a:t>
            </a:r>
            <a:r>
              <a:rPr sz="2150" spc="-160" dirty="0">
                <a:solidFill>
                  <a:srgbClr val="6ECDF1"/>
                </a:solidFill>
                <a:latin typeface="Arial Black"/>
                <a:cs typeface="Arial Black"/>
              </a:rPr>
              <a:t> </a:t>
            </a:r>
            <a:r>
              <a:rPr sz="2150" spc="-105" dirty="0">
                <a:solidFill>
                  <a:srgbClr val="6ECDF1"/>
                </a:solidFill>
                <a:latin typeface="Arial Black"/>
                <a:cs typeface="Arial Black"/>
              </a:rPr>
              <a:t>their</a:t>
            </a:r>
            <a:r>
              <a:rPr sz="2150" spc="-155" dirty="0">
                <a:solidFill>
                  <a:srgbClr val="6ECDF1"/>
                </a:solidFill>
                <a:latin typeface="Arial Black"/>
                <a:cs typeface="Arial Black"/>
              </a:rPr>
              <a:t> </a:t>
            </a:r>
            <a:r>
              <a:rPr sz="2150" spc="-10" dirty="0">
                <a:solidFill>
                  <a:srgbClr val="6ECDF1"/>
                </a:solidFill>
                <a:latin typeface="Arial Black"/>
                <a:cs typeface="Arial Black"/>
              </a:rPr>
              <a:t>medical </a:t>
            </a:r>
            <a:r>
              <a:rPr sz="2150" spc="-105" dirty="0">
                <a:solidFill>
                  <a:srgbClr val="6ECDF1"/>
                </a:solidFill>
                <a:latin typeface="Arial Black"/>
                <a:cs typeface="Arial Black"/>
              </a:rPr>
              <a:t>information.</a:t>
            </a:r>
            <a:r>
              <a:rPr sz="2150" spc="-165" dirty="0">
                <a:solidFill>
                  <a:srgbClr val="6ECDF1"/>
                </a:solidFill>
                <a:latin typeface="Arial Black"/>
                <a:cs typeface="Arial Black"/>
              </a:rPr>
              <a:t> </a:t>
            </a:r>
            <a:r>
              <a:rPr sz="2150" spc="-120" dirty="0">
                <a:solidFill>
                  <a:srgbClr val="6ECDF1"/>
                </a:solidFill>
                <a:latin typeface="Arial Black"/>
                <a:cs typeface="Arial Black"/>
              </a:rPr>
              <a:t>In</a:t>
            </a:r>
            <a:r>
              <a:rPr sz="2150" spc="-165" dirty="0">
                <a:solidFill>
                  <a:srgbClr val="6ECDF1"/>
                </a:solidFill>
                <a:latin typeface="Arial Black"/>
                <a:cs typeface="Arial Black"/>
              </a:rPr>
              <a:t> </a:t>
            </a:r>
            <a:r>
              <a:rPr sz="2150" spc="-170" dirty="0">
                <a:solidFill>
                  <a:srgbClr val="6ECDF1"/>
                </a:solidFill>
                <a:latin typeface="Arial Black"/>
                <a:cs typeface="Arial Black"/>
              </a:rPr>
              <a:t>emergency</a:t>
            </a:r>
            <a:r>
              <a:rPr sz="2150" spc="-165" dirty="0">
                <a:solidFill>
                  <a:srgbClr val="6ECDF1"/>
                </a:solidFill>
                <a:latin typeface="Arial Black"/>
                <a:cs typeface="Arial Black"/>
              </a:rPr>
              <a:t> </a:t>
            </a:r>
            <a:r>
              <a:rPr sz="2150" spc="-140" dirty="0">
                <a:solidFill>
                  <a:srgbClr val="6ECDF1"/>
                </a:solidFill>
                <a:latin typeface="Arial Black"/>
                <a:cs typeface="Arial Black"/>
              </a:rPr>
              <a:t>situations,</a:t>
            </a:r>
            <a:r>
              <a:rPr sz="2150" spc="-165" dirty="0">
                <a:solidFill>
                  <a:srgbClr val="6ECDF1"/>
                </a:solidFill>
                <a:latin typeface="Arial Black"/>
                <a:cs typeface="Arial Black"/>
              </a:rPr>
              <a:t> </a:t>
            </a:r>
            <a:r>
              <a:rPr sz="2150" spc="-120" dirty="0">
                <a:solidFill>
                  <a:srgbClr val="6ECDF1"/>
                </a:solidFill>
                <a:latin typeface="Arial Black"/>
                <a:cs typeface="Arial Black"/>
              </a:rPr>
              <a:t>the</a:t>
            </a:r>
            <a:r>
              <a:rPr sz="2150" spc="-160" dirty="0">
                <a:solidFill>
                  <a:srgbClr val="6ECDF1"/>
                </a:solidFill>
                <a:latin typeface="Arial Black"/>
                <a:cs typeface="Arial Black"/>
              </a:rPr>
              <a:t> </a:t>
            </a:r>
            <a:r>
              <a:rPr sz="2150" spc="-210" dirty="0">
                <a:solidFill>
                  <a:srgbClr val="6ECDF1"/>
                </a:solidFill>
                <a:latin typeface="Arial Black"/>
                <a:cs typeface="Arial Black"/>
              </a:rPr>
              <a:t>SOS</a:t>
            </a:r>
            <a:r>
              <a:rPr sz="2150" spc="-165" dirty="0">
                <a:solidFill>
                  <a:srgbClr val="6ECDF1"/>
                </a:solidFill>
                <a:latin typeface="Arial Black"/>
                <a:cs typeface="Arial Black"/>
              </a:rPr>
              <a:t> </a:t>
            </a:r>
            <a:r>
              <a:rPr sz="2150" spc="-130" dirty="0">
                <a:solidFill>
                  <a:srgbClr val="6ECDF1"/>
                </a:solidFill>
                <a:latin typeface="Arial Black"/>
                <a:cs typeface="Arial Black"/>
              </a:rPr>
              <a:t>feature</a:t>
            </a:r>
            <a:r>
              <a:rPr sz="2150" spc="-165" dirty="0">
                <a:solidFill>
                  <a:srgbClr val="6ECDF1"/>
                </a:solidFill>
                <a:latin typeface="Arial Black"/>
                <a:cs typeface="Arial Black"/>
              </a:rPr>
              <a:t> </a:t>
            </a:r>
            <a:r>
              <a:rPr sz="2150" spc="-195" dirty="0">
                <a:solidFill>
                  <a:srgbClr val="6ECDF1"/>
                </a:solidFill>
                <a:latin typeface="Arial Black"/>
                <a:cs typeface="Arial Black"/>
              </a:rPr>
              <a:t>can</a:t>
            </a:r>
            <a:r>
              <a:rPr sz="2150" spc="-165" dirty="0">
                <a:solidFill>
                  <a:srgbClr val="6ECDF1"/>
                </a:solidFill>
                <a:latin typeface="Arial Black"/>
                <a:cs typeface="Arial Black"/>
              </a:rPr>
              <a:t> </a:t>
            </a:r>
            <a:r>
              <a:rPr sz="2150" spc="-10" dirty="0">
                <a:solidFill>
                  <a:srgbClr val="6ECDF1"/>
                </a:solidFill>
                <a:latin typeface="Arial Black"/>
                <a:cs typeface="Arial Black"/>
              </a:rPr>
              <a:t>notify </a:t>
            </a:r>
            <a:r>
              <a:rPr sz="2150" spc="-110" dirty="0">
                <a:solidFill>
                  <a:srgbClr val="6ECDF1"/>
                </a:solidFill>
                <a:latin typeface="Arial Black"/>
                <a:cs typeface="Arial Black"/>
              </a:rPr>
              <a:t>predefined</a:t>
            </a:r>
            <a:r>
              <a:rPr sz="2150" spc="-180" dirty="0">
                <a:solidFill>
                  <a:srgbClr val="6ECDF1"/>
                </a:solidFill>
                <a:latin typeface="Arial Black"/>
                <a:cs typeface="Arial Black"/>
              </a:rPr>
              <a:t> </a:t>
            </a:r>
            <a:r>
              <a:rPr sz="2150" spc="-165" dirty="0">
                <a:solidFill>
                  <a:srgbClr val="6ECDF1"/>
                </a:solidFill>
                <a:latin typeface="Arial Black"/>
                <a:cs typeface="Arial Black"/>
              </a:rPr>
              <a:t>contacts</a:t>
            </a:r>
            <a:r>
              <a:rPr sz="2150" spc="-175" dirty="0">
                <a:solidFill>
                  <a:srgbClr val="6ECDF1"/>
                </a:solidFill>
                <a:latin typeface="Arial Black"/>
                <a:cs typeface="Arial Black"/>
              </a:rPr>
              <a:t> </a:t>
            </a:r>
            <a:r>
              <a:rPr sz="2150" spc="-130" dirty="0">
                <a:solidFill>
                  <a:srgbClr val="6ECDF1"/>
                </a:solidFill>
                <a:latin typeface="Arial Black"/>
                <a:cs typeface="Arial Black"/>
              </a:rPr>
              <a:t>and</a:t>
            </a:r>
            <a:r>
              <a:rPr sz="2150" spc="-175" dirty="0">
                <a:solidFill>
                  <a:srgbClr val="6ECDF1"/>
                </a:solidFill>
                <a:latin typeface="Arial Black"/>
                <a:cs typeface="Arial Black"/>
              </a:rPr>
              <a:t> share </a:t>
            </a:r>
            <a:r>
              <a:rPr sz="2150" spc="-120" dirty="0">
                <a:solidFill>
                  <a:srgbClr val="6ECDF1"/>
                </a:solidFill>
                <a:latin typeface="Arial Black"/>
                <a:cs typeface="Arial Black"/>
              </a:rPr>
              <a:t>the</a:t>
            </a:r>
            <a:r>
              <a:rPr sz="2150" spc="-175" dirty="0">
                <a:solidFill>
                  <a:srgbClr val="6ECDF1"/>
                </a:solidFill>
                <a:latin typeface="Arial Black"/>
                <a:cs typeface="Arial Black"/>
              </a:rPr>
              <a:t> </a:t>
            </a:r>
            <a:r>
              <a:rPr sz="2150" spc="-145" dirty="0">
                <a:solidFill>
                  <a:srgbClr val="6ECDF1"/>
                </a:solidFill>
                <a:latin typeface="Arial Black"/>
                <a:cs typeface="Arial Black"/>
              </a:rPr>
              <a:t>user's</a:t>
            </a:r>
            <a:r>
              <a:rPr sz="2150" spc="-175" dirty="0">
                <a:solidFill>
                  <a:srgbClr val="6ECDF1"/>
                </a:solidFill>
                <a:latin typeface="Arial Black"/>
                <a:cs typeface="Arial Black"/>
              </a:rPr>
              <a:t> </a:t>
            </a:r>
            <a:r>
              <a:rPr sz="2150" spc="-120" dirty="0">
                <a:solidFill>
                  <a:srgbClr val="6ECDF1"/>
                </a:solidFill>
                <a:latin typeface="Arial Black"/>
                <a:cs typeface="Arial Black"/>
              </a:rPr>
              <a:t>location.</a:t>
            </a:r>
            <a:r>
              <a:rPr sz="2150" spc="-175" dirty="0">
                <a:solidFill>
                  <a:srgbClr val="6ECDF1"/>
                </a:solidFill>
                <a:latin typeface="Arial Black"/>
                <a:cs typeface="Arial Black"/>
              </a:rPr>
              <a:t> </a:t>
            </a:r>
            <a:r>
              <a:rPr sz="2150" spc="-125" dirty="0">
                <a:solidFill>
                  <a:srgbClr val="6ECDF1"/>
                </a:solidFill>
                <a:latin typeface="Arial Black"/>
                <a:cs typeface="Arial Black"/>
              </a:rPr>
              <a:t>By</a:t>
            </a:r>
            <a:r>
              <a:rPr sz="2150" spc="-175" dirty="0">
                <a:solidFill>
                  <a:srgbClr val="6ECDF1"/>
                </a:solidFill>
                <a:latin typeface="Arial Black"/>
                <a:cs typeface="Arial Black"/>
              </a:rPr>
              <a:t> </a:t>
            </a:r>
            <a:r>
              <a:rPr sz="2150" spc="-10" dirty="0">
                <a:solidFill>
                  <a:srgbClr val="6ECDF1"/>
                </a:solidFill>
                <a:latin typeface="Arial Black"/>
                <a:cs typeface="Arial Black"/>
              </a:rPr>
              <a:t>combining </a:t>
            </a:r>
            <a:r>
              <a:rPr sz="2150" spc="-114" dirty="0">
                <a:solidFill>
                  <a:srgbClr val="6ECDF1"/>
                </a:solidFill>
                <a:latin typeface="Arial Black"/>
                <a:cs typeface="Arial Black"/>
              </a:rPr>
              <a:t>Artificial</a:t>
            </a:r>
            <a:r>
              <a:rPr sz="2150" spc="-145" dirty="0">
                <a:solidFill>
                  <a:srgbClr val="6ECDF1"/>
                </a:solidFill>
                <a:latin typeface="Arial Black"/>
                <a:cs typeface="Arial Black"/>
              </a:rPr>
              <a:t> </a:t>
            </a:r>
            <a:r>
              <a:rPr sz="2150" spc="-150" dirty="0">
                <a:solidFill>
                  <a:srgbClr val="6ECDF1"/>
                </a:solidFill>
                <a:latin typeface="Arial Black"/>
                <a:cs typeface="Arial Black"/>
              </a:rPr>
              <a:t>Intelligence,</a:t>
            </a:r>
            <a:r>
              <a:rPr sz="2150" spc="-140" dirty="0">
                <a:solidFill>
                  <a:srgbClr val="6ECDF1"/>
                </a:solidFill>
                <a:latin typeface="Arial Black"/>
                <a:cs typeface="Arial Black"/>
              </a:rPr>
              <a:t> </a:t>
            </a:r>
            <a:r>
              <a:rPr sz="2150" spc="-150" dirty="0">
                <a:solidFill>
                  <a:srgbClr val="6ECDF1"/>
                </a:solidFill>
                <a:latin typeface="Arial Black"/>
                <a:cs typeface="Arial Black"/>
              </a:rPr>
              <a:t>voice</a:t>
            </a:r>
            <a:r>
              <a:rPr sz="2150" spc="-140" dirty="0">
                <a:solidFill>
                  <a:srgbClr val="6ECDF1"/>
                </a:solidFill>
                <a:latin typeface="Arial Black"/>
                <a:cs typeface="Arial Black"/>
              </a:rPr>
              <a:t> </a:t>
            </a:r>
            <a:r>
              <a:rPr sz="2150" spc="-145" dirty="0">
                <a:solidFill>
                  <a:srgbClr val="6ECDF1"/>
                </a:solidFill>
                <a:latin typeface="Arial Black"/>
                <a:cs typeface="Arial Black"/>
              </a:rPr>
              <a:t>technology,</a:t>
            </a:r>
            <a:r>
              <a:rPr sz="2150" spc="-140" dirty="0">
                <a:solidFill>
                  <a:srgbClr val="6ECDF1"/>
                </a:solidFill>
                <a:latin typeface="Arial Black"/>
                <a:cs typeface="Arial Black"/>
              </a:rPr>
              <a:t> </a:t>
            </a:r>
            <a:r>
              <a:rPr sz="2150" spc="-145" dirty="0">
                <a:solidFill>
                  <a:srgbClr val="6ECDF1"/>
                </a:solidFill>
                <a:latin typeface="Arial Black"/>
                <a:cs typeface="Arial Black"/>
              </a:rPr>
              <a:t>telemedicine, </a:t>
            </a:r>
            <a:r>
              <a:rPr sz="2150" spc="-130" dirty="0">
                <a:solidFill>
                  <a:srgbClr val="6ECDF1"/>
                </a:solidFill>
                <a:latin typeface="Arial Black"/>
                <a:cs typeface="Arial Black"/>
              </a:rPr>
              <a:t>and</a:t>
            </a:r>
            <a:r>
              <a:rPr sz="2150" spc="-140" dirty="0">
                <a:solidFill>
                  <a:srgbClr val="6ECDF1"/>
                </a:solidFill>
                <a:latin typeface="Arial Black"/>
                <a:cs typeface="Arial Black"/>
              </a:rPr>
              <a:t> </a:t>
            </a:r>
            <a:r>
              <a:rPr sz="2150" spc="-10" dirty="0">
                <a:solidFill>
                  <a:srgbClr val="6ECDF1"/>
                </a:solidFill>
                <a:latin typeface="Arial Black"/>
                <a:cs typeface="Arial Black"/>
              </a:rPr>
              <a:t>mobile </a:t>
            </a:r>
            <a:r>
              <a:rPr sz="2150" spc="-155" dirty="0">
                <a:solidFill>
                  <a:srgbClr val="6ECDF1"/>
                </a:solidFill>
                <a:latin typeface="Arial Black"/>
                <a:cs typeface="Arial Black"/>
              </a:rPr>
              <a:t>healthcare,</a:t>
            </a:r>
            <a:r>
              <a:rPr sz="2150" spc="-165" dirty="0">
                <a:solidFill>
                  <a:srgbClr val="6ECDF1"/>
                </a:solidFill>
                <a:latin typeface="Arial Black"/>
                <a:cs typeface="Arial Black"/>
              </a:rPr>
              <a:t> NalamAI</a:t>
            </a:r>
            <a:r>
              <a:rPr sz="2150" spc="-160" dirty="0">
                <a:solidFill>
                  <a:srgbClr val="6ECDF1"/>
                </a:solidFill>
                <a:latin typeface="Arial Black"/>
                <a:cs typeface="Arial Black"/>
              </a:rPr>
              <a:t> </a:t>
            </a:r>
            <a:r>
              <a:rPr sz="2150" spc="-190" dirty="0">
                <a:solidFill>
                  <a:srgbClr val="6ECDF1"/>
                </a:solidFill>
                <a:latin typeface="Arial Black"/>
                <a:cs typeface="Arial Black"/>
              </a:rPr>
              <a:t>aims</a:t>
            </a:r>
            <a:r>
              <a:rPr sz="2150" spc="-170" dirty="0">
                <a:solidFill>
                  <a:srgbClr val="6ECDF1"/>
                </a:solidFill>
                <a:latin typeface="Arial Black"/>
                <a:cs typeface="Arial Black"/>
              </a:rPr>
              <a:t> </a:t>
            </a:r>
            <a:r>
              <a:rPr sz="2150" spc="-80" dirty="0">
                <a:solidFill>
                  <a:srgbClr val="6ECDF1"/>
                </a:solidFill>
                <a:latin typeface="Arial Black"/>
                <a:cs typeface="Arial Black"/>
              </a:rPr>
              <a:t>to</a:t>
            </a:r>
            <a:r>
              <a:rPr sz="2150" spc="-160" dirty="0">
                <a:solidFill>
                  <a:srgbClr val="6ECDF1"/>
                </a:solidFill>
                <a:latin typeface="Arial Black"/>
                <a:cs typeface="Arial Black"/>
              </a:rPr>
              <a:t> </a:t>
            </a:r>
            <a:r>
              <a:rPr sz="2150" spc="-220" dirty="0">
                <a:solidFill>
                  <a:srgbClr val="6ECDF1"/>
                </a:solidFill>
                <a:latin typeface="Arial Black"/>
                <a:cs typeface="Arial Black"/>
              </a:rPr>
              <a:t>make</a:t>
            </a:r>
            <a:r>
              <a:rPr sz="2150" spc="-165" dirty="0">
                <a:solidFill>
                  <a:srgbClr val="6ECDF1"/>
                </a:solidFill>
                <a:latin typeface="Arial Black"/>
                <a:cs typeface="Arial Black"/>
              </a:rPr>
              <a:t> </a:t>
            </a:r>
            <a:r>
              <a:rPr sz="2150" spc="-150" dirty="0">
                <a:solidFill>
                  <a:srgbClr val="6ECDF1"/>
                </a:solidFill>
                <a:latin typeface="Arial Black"/>
                <a:cs typeface="Arial Black"/>
              </a:rPr>
              <a:t>healthcare</a:t>
            </a:r>
            <a:r>
              <a:rPr sz="2150" spc="-165" dirty="0">
                <a:solidFill>
                  <a:srgbClr val="6ECDF1"/>
                </a:solidFill>
                <a:latin typeface="Arial Black"/>
                <a:cs typeface="Arial Black"/>
              </a:rPr>
              <a:t> </a:t>
            </a:r>
            <a:r>
              <a:rPr sz="2150" spc="-135" dirty="0">
                <a:solidFill>
                  <a:srgbClr val="6ECDF1"/>
                </a:solidFill>
                <a:latin typeface="Arial Black"/>
                <a:cs typeface="Arial Black"/>
              </a:rPr>
              <a:t>more</a:t>
            </a:r>
            <a:r>
              <a:rPr sz="2150" spc="-160" dirty="0">
                <a:solidFill>
                  <a:srgbClr val="6ECDF1"/>
                </a:solidFill>
                <a:latin typeface="Arial Black"/>
                <a:cs typeface="Arial Black"/>
              </a:rPr>
              <a:t> </a:t>
            </a:r>
            <a:r>
              <a:rPr sz="2150" spc="-65" dirty="0">
                <a:solidFill>
                  <a:srgbClr val="6ECDF1"/>
                </a:solidFill>
                <a:latin typeface="Arial Black"/>
                <a:cs typeface="Arial Black"/>
              </a:rPr>
              <a:t>accessible, </a:t>
            </a:r>
            <a:r>
              <a:rPr sz="2150" spc="-110" dirty="0">
                <a:solidFill>
                  <a:srgbClr val="6ECDF1"/>
                </a:solidFill>
                <a:latin typeface="Arial Black"/>
                <a:cs typeface="Arial Black"/>
              </a:rPr>
              <a:t>affordable,</a:t>
            </a:r>
            <a:r>
              <a:rPr sz="2150" spc="-160" dirty="0">
                <a:solidFill>
                  <a:srgbClr val="6ECDF1"/>
                </a:solidFill>
                <a:latin typeface="Arial Black"/>
                <a:cs typeface="Arial Black"/>
              </a:rPr>
              <a:t> </a:t>
            </a:r>
            <a:r>
              <a:rPr sz="2150" spc="-130" dirty="0">
                <a:solidFill>
                  <a:srgbClr val="6ECDF1"/>
                </a:solidFill>
                <a:latin typeface="Arial Black"/>
                <a:cs typeface="Arial Black"/>
              </a:rPr>
              <a:t>and</a:t>
            </a:r>
            <a:r>
              <a:rPr sz="2150" spc="-160" dirty="0">
                <a:solidFill>
                  <a:srgbClr val="6ECDF1"/>
                </a:solidFill>
                <a:latin typeface="Arial Black"/>
                <a:cs typeface="Arial Black"/>
              </a:rPr>
              <a:t> </a:t>
            </a:r>
            <a:r>
              <a:rPr sz="2150" spc="-130" dirty="0">
                <a:solidFill>
                  <a:srgbClr val="6ECDF1"/>
                </a:solidFill>
                <a:latin typeface="Arial Black"/>
                <a:cs typeface="Arial Black"/>
              </a:rPr>
              <a:t>convenient</a:t>
            </a:r>
            <a:r>
              <a:rPr sz="2150" spc="-160" dirty="0">
                <a:solidFill>
                  <a:srgbClr val="6ECDF1"/>
                </a:solidFill>
                <a:latin typeface="Arial Black"/>
                <a:cs typeface="Arial Black"/>
              </a:rPr>
              <a:t> </a:t>
            </a:r>
            <a:r>
              <a:rPr sz="2150" spc="-60" dirty="0">
                <a:solidFill>
                  <a:srgbClr val="6ECDF1"/>
                </a:solidFill>
                <a:latin typeface="Arial Black"/>
                <a:cs typeface="Arial Black"/>
              </a:rPr>
              <a:t>for</a:t>
            </a:r>
            <a:r>
              <a:rPr sz="2150" spc="-160" dirty="0">
                <a:solidFill>
                  <a:srgbClr val="6ECDF1"/>
                </a:solidFill>
                <a:latin typeface="Arial Black"/>
                <a:cs typeface="Arial Black"/>
              </a:rPr>
              <a:t> </a:t>
            </a:r>
            <a:r>
              <a:rPr sz="2150" spc="-110" dirty="0">
                <a:solidFill>
                  <a:srgbClr val="6ECDF1"/>
                </a:solidFill>
                <a:latin typeface="Arial Black"/>
                <a:cs typeface="Arial Black"/>
              </a:rPr>
              <a:t>rural</a:t>
            </a:r>
            <a:r>
              <a:rPr sz="2150" spc="-160" dirty="0">
                <a:solidFill>
                  <a:srgbClr val="6ECDF1"/>
                </a:solidFill>
                <a:latin typeface="Arial Black"/>
                <a:cs typeface="Arial Black"/>
              </a:rPr>
              <a:t> </a:t>
            </a:r>
            <a:r>
              <a:rPr sz="2150" spc="-130" dirty="0">
                <a:solidFill>
                  <a:srgbClr val="6ECDF1"/>
                </a:solidFill>
                <a:latin typeface="Arial Black"/>
                <a:cs typeface="Arial Black"/>
              </a:rPr>
              <a:t>and</a:t>
            </a:r>
            <a:r>
              <a:rPr sz="2150" spc="-160" dirty="0">
                <a:solidFill>
                  <a:srgbClr val="6ECDF1"/>
                </a:solidFill>
                <a:latin typeface="Arial Black"/>
                <a:cs typeface="Arial Black"/>
              </a:rPr>
              <a:t> </a:t>
            </a:r>
            <a:r>
              <a:rPr sz="2150" spc="-130" dirty="0">
                <a:solidFill>
                  <a:srgbClr val="6ECDF1"/>
                </a:solidFill>
                <a:latin typeface="Arial Black"/>
                <a:cs typeface="Arial Black"/>
              </a:rPr>
              <a:t>underserved</a:t>
            </a:r>
            <a:r>
              <a:rPr sz="2150" spc="-160" dirty="0">
                <a:solidFill>
                  <a:srgbClr val="6ECDF1"/>
                </a:solidFill>
                <a:latin typeface="Arial Black"/>
                <a:cs typeface="Arial Black"/>
              </a:rPr>
              <a:t> </a:t>
            </a:r>
            <a:r>
              <a:rPr sz="2150" spc="-114" dirty="0">
                <a:solidFill>
                  <a:srgbClr val="6ECDF1"/>
                </a:solidFill>
                <a:latin typeface="Arial Black"/>
                <a:cs typeface="Arial Black"/>
              </a:rPr>
              <a:t>populations.</a:t>
            </a:r>
            <a:r>
              <a:rPr sz="2150" spc="-160" dirty="0">
                <a:solidFill>
                  <a:srgbClr val="6ECDF1"/>
                </a:solidFill>
                <a:latin typeface="Arial Black"/>
                <a:cs typeface="Arial Black"/>
              </a:rPr>
              <a:t> </a:t>
            </a:r>
            <a:r>
              <a:rPr sz="2150" spc="-25" dirty="0">
                <a:solidFill>
                  <a:srgbClr val="6ECDF1"/>
                </a:solidFill>
                <a:latin typeface="Arial Black"/>
                <a:cs typeface="Arial Black"/>
              </a:rPr>
              <a:t>The </a:t>
            </a:r>
            <a:r>
              <a:rPr sz="2150" spc="-120" dirty="0">
                <a:solidFill>
                  <a:srgbClr val="6ECDF1"/>
                </a:solidFill>
                <a:latin typeface="Arial Black"/>
                <a:cs typeface="Arial Black"/>
              </a:rPr>
              <a:t>proposed</a:t>
            </a:r>
            <a:r>
              <a:rPr sz="2150" spc="-165" dirty="0">
                <a:solidFill>
                  <a:srgbClr val="6ECDF1"/>
                </a:solidFill>
                <a:latin typeface="Arial Black"/>
                <a:cs typeface="Arial Black"/>
              </a:rPr>
              <a:t> </a:t>
            </a:r>
            <a:r>
              <a:rPr sz="2150" spc="-175" dirty="0">
                <a:solidFill>
                  <a:srgbClr val="6ECDF1"/>
                </a:solidFill>
                <a:latin typeface="Arial Black"/>
                <a:cs typeface="Arial Black"/>
              </a:rPr>
              <a:t>system</a:t>
            </a:r>
            <a:r>
              <a:rPr sz="2150" spc="-160" dirty="0">
                <a:solidFill>
                  <a:srgbClr val="6ECDF1"/>
                </a:solidFill>
                <a:latin typeface="Arial Black"/>
                <a:cs typeface="Arial Black"/>
              </a:rPr>
              <a:t> </a:t>
            </a:r>
            <a:r>
              <a:rPr sz="2150" spc="-195" dirty="0">
                <a:solidFill>
                  <a:srgbClr val="6ECDF1"/>
                </a:solidFill>
                <a:latin typeface="Arial Black"/>
                <a:cs typeface="Arial Black"/>
              </a:rPr>
              <a:t>can</a:t>
            </a:r>
            <a:r>
              <a:rPr sz="2150" spc="-165" dirty="0">
                <a:solidFill>
                  <a:srgbClr val="6ECDF1"/>
                </a:solidFill>
                <a:latin typeface="Arial Black"/>
                <a:cs typeface="Arial Black"/>
              </a:rPr>
              <a:t> </a:t>
            </a:r>
            <a:r>
              <a:rPr sz="2150" spc="-130" dirty="0">
                <a:solidFill>
                  <a:srgbClr val="6ECDF1"/>
                </a:solidFill>
                <a:latin typeface="Arial Black"/>
                <a:cs typeface="Arial Black"/>
              </a:rPr>
              <a:t>be</a:t>
            </a:r>
            <a:r>
              <a:rPr sz="2150" spc="-160" dirty="0">
                <a:solidFill>
                  <a:srgbClr val="6ECDF1"/>
                </a:solidFill>
                <a:latin typeface="Arial Black"/>
                <a:cs typeface="Arial Black"/>
              </a:rPr>
              <a:t> </a:t>
            </a:r>
            <a:r>
              <a:rPr sz="2150" spc="-85" dirty="0">
                <a:solidFill>
                  <a:srgbClr val="6ECDF1"/>
                </a:solidFill>
                <a:latin typeface="Arial Black"/>
                <a:cs typeface="Arial Black"/>
              </a:rPr>
              <a:t>further</a:t>
            </a:r>
            <a:r>
              <a:rPr sz="2150" spc="-160" dirty="0">
                <a:solidFill>
                  <a:srgbClr val="6ECDF1"/>
                </a:solidFill>
                <a:latin typeface="Arial Black"/>
                <a:cs typeface="Arial Black"/>
              </a:rPr>
              <a:t> </a:t>
            </a:r>
            <a:r>
              <a:rPr sz="2150" spc="-155" dirty="0">
                <a:solidFill>
                  <a:srgbClr val="6ECDF1"/>
                </a:solidFill>
                <a:latin typeface="Arial Black"/>
                <a:cs typeface="Arial Black"/>
              </a:rPr>
              <a:t>enhanced</a:t>
            </a:r>
            <a:r>
              <a:rPr sz="2150" spc="-165" dirty="0">
                <a:solidFill>
                  <a:srgbClr val="6ECDF1"/>
                </a:solidFill>
                <a:latin typeface="Arial Black"/>
                <a:cs typeface="Arial Black"/>
              </a:rPr>
              <a:t> </a:t>
            </a:r>
            <a:r>
              <a:rPr sz="2150" spc="-155" dirty="0">
                <a:solidFill>
                  <a:srgbClr val="6ECDF1"/>
                </a:solidFill>
                <a:latin typeface="Arial Black"/>
                <a:cs typeface="Arial Black"/>
              </a:rPr>
              <a:t>with</a:t>
            </a:r>
            <a:r>
              <a:rPr sz="2150" spc="-160" dirty="0">
                <a:solidFill>
                  <a:srgbClr val="6ECDF1"/>
                </a:solidFill>
                <a:latin typeface="Arial Black"/>
                <a:cs typeface="Arial Black"/>
              </a:rPr>
              <a:t> </a:t>
            </a:r>
            <a:r>
              <a:rPr sz="2150" spc="-180" dirty="0">
                <a:solidFill>
                  <a:srgbClr val="6ECDF1"/>
                </a:solidFill>
                <a:latin typeface="Arial Black"/>
                <a:cs typeface="Arial Black"/>
              </a:rPr>
              <a:t>wearable</a:t>
            </a:r>
            <a:r>
              <a:rPr sz="2150" spc="-160" dirty="0">
                <a:solidFill>
                  <a:srgbClr val="6ECDF1"/>
                </a:solidFill>
                <a:latin typeface="Arial Black"/>
                <a:cs typeface="Arial Black"/>
              </a:rPr>
              <a:t> </a:t>
            </a:r>
            <a:r>
              <a:rPr sz="2150" spc="-10" dirty="0">
                <a:solidFill>
                  <a:srgbClr val="6ECDF1"/>
                </a:solidFill>
                <a:latin typeface="Arial Black"/>
                <a:cs typeface="Arial Black"/>
              </a:rPr>
              <a:t>health </a:t>
            </a:r>
            <a:r>
              <a:rPr sz="2150" spc="-114" dirty="0">
                <a:solidFill>
                  <a:srgbClr val="6ECDF1"/>
                </a:solidFill>
                <a:latin typeface="Arial Black"/>
                <a:cs typeface="Arial Black"/>
              </a:rPr>
              <a:t>monitoring,</a:t>
            </a:r>
            <a:r>
              <a:rPr sz="2150" spc="-150" dirty="0">
                <a:solidFill>
                  <a:srgbClr val="6ECDF1"/>
                </a:solidFill>
                <a:latin typeface="Arial Black"/>
                <a:cs typeface="Arial Black"/>
              </a:rPr>
              <a:t> </a:t>
            </a:r>
            <a:r>
              <a:rPr sz="2150" spc="-80" dirty="0">
                <a:solidFill>
                  <a:srgbClr val="6ECDF1"/>
                </a:solidFill>
                <a:latin typeface="Arial Black"/>
                <a:cs typeface="Arial Black"/>
              </a:rPr>
              <a:t>offline</a:t>
            </a:r>
            <a:r>
              <a:rPr sz="2150" spc="-145" dirty="0">
                <a:solidFill>
                  <a:srgbClr val="6ECDF1"/>
                </a:solidFill>
                <a:latin typeface="Arial Black"/>
                <a:cs typeface="Arial Black"/>
              </a:rPr>
              <a:t> </a:t>
            </a:r>
            <a:r>
              <a:rPr sz="2150" spc="-120" dirty="0">
                <a:solidFill>
                  <a:srgbClr val="6ECDF1"/>
                </a:solidFill>
                <a:latin typeface="Arial Black"/>
                <a:cs typeface="Arial Black"/>
              </a:rPr>
              <a:t>functionality,</a:t>
            </a:r>
            <a:r>
              <a:rPr sz="2150" spc="-150" dirty="0">
                <a:solidFill>
                  <a:srgbClr val="6ECDF1"/>
                </a:solidFill>
                <a:latin typeface="Arial Black"/>
                <a:cs typeface="Arial Black"/>
              </a:rPr>
              <a:t> </a:t>
            </a:r>
            <a:r>
              <a:rPr sz="2150" spc="-130" dirty="0">
                <a:solidFill>
                  <a:srgbClr val="6ECDF1"/>
                </a:solidFill>
                <a:latin typeface="Arial Black"/>
                <a:cs typeface="Arial Black"/>
              </a:rPr>
              <a:t>and</a:t>
            </a:r>
            <a:r>
              <a:rPr sz="2150" spc="-145" dirty="0">
                <a:solidFill>
                  <a:srgbClr val="6ECDF1"/>
                </a:solidFill>
                <a:latin typeface="Arial Black"/>
                <a:cs typeface="Arial Black"/>
              </a:rPr>
              <a:t> </a:t>
            </a:r>
            <a:r>
              <a:rPr sz="2150" spc="-135" dirty="0">
                <a:solidFill>
                  <a:srgbClr val="6ECDF1"/>
                </a:solidFill>
                <a:latin typeface="Arial Black"/>
                <a:cs typeface="Arial Black"/>
              </a:rPr>
              <a:t>personalized</a:t>
            </a:r>
            <a:r>
              <a:rPr sz="2150" spc="-150" dirty="0">
                <a:solidFill>
                  <a:srgbClr val="6ECDF1"/>
                </a:solidFill>
                <a:latin typeface="Arial Black"/>
                <a:cs typeface="Arial Black"/>
              </a:rPr>
              <a:t> </a:t>
            </a:r>
            <a:r>
              <a:rPr sz="2150" spc="-170" dirty="0">
                <a:solidFill>
                  <a:srgbClr val="6ECDF1"/>
                </a:solidFill>
                <a:latin typeface="Arial Black"/>
                <a:cs typeface="Arial Black"/>
              </a:rPr>
              <a:t>AI</a:t>
            </a:r>
            <a:r>
              <a:rPr sz="2150" spc="-145" dirty="0">
                <a:solidFill>
                  <a:srgbClr val="6ECDF1"/>
                </a:solidFill>
                <a:latin typeface="Arial Black"/>
                <a:cs typeface="Arial Black"/>
              </a:rPr>
              <a:t> </a:t>
            </a:r>
            <a:r>
              <a:rPr sz="2150" spc="-70" dirty="0">
                <a:solidFill>
                  <a:srgbClr val="6ECDF1"/>
                </a:solidFill>
                <a:latin typeface="Arial Black"/>
                <a:cs typeface="Arial Black"/>
              </a:rPr>
              <a:t>assistance.</a:t>
            </a:r>
            <a:endParaRPr sz="2150">
              <a:latin typeface="Arial Black"/>
              <a:cs typeface="Arial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8288000" cy="1847214"/>
          </a:xfrm>
          <a:custGeom>
            <a:avLst/>
            <a:gdLst/>
            <a:ahLst/>
            <a:cxnLst/>
            <a:rect l="l" t="t" r="r" b="b"/>
            <a:pathLst>
              <a:path w="18288000" h="1847214">
                <a:moveTo>
                  <a:pt x="18288000" y="1847003"/>
                </a:moveTo>
                <a:lnTo>
                  <a:pt x="0" y="1847003"/>
                </a:lnTo>
                <a:lnTo>
                  <a:pt x="0" y="0"/>
                </a:lnTo>
                <a:lnTo>
                  <a:pt x="18288000" y="0"/>
                </a:lnTo>
                <a:lnTo>
                  <a:pt x="18288000" y="1847003"/>
                </a:lnTo>
                <a:close/>
              </a:path>
            </a:pathLst>
          </a:custGeom>
          <a:solidFill>
            <a:srgbClr val="E6F5FF"/>
          </a:solidFill>
        </p:spPr>
        <p:txBody>
          <a:bodyPr wrap="square" lIns="0" tIns="0" rIns="0" bIns="0" rtlCol="0"/>
          <a:lstStyle/>
          <a:p>
            <a:endParaRPr/>
          </a:p>
        </p:txBody>
      </p:sp>
      <p:sp>
        <p:nvSpPr>
          <p:cNvPr id="3" name="object 3"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900" spc="-229" dirty="0"/>
              <a:t>Motivation</a:t>
            </a:r>
            <a:r>
              <a:rPr sz="4900" spc="-440" dirty="0"/>
              <a:t> </a:t>
            </a:r>
            <a:r>
              <a:rPr sz="4900" spc="-280" dirty="0"/>
              <a:t>and</a:t>
            </a:r>
            <a:r>
              <a:rPr sz="4900" spc="-434" dirty="0"/>
              <a:t> </a:t>
            </a:r>
            <a:r>
              <a:rPr sz="4900" spc="-345" dirty="0"/>
              <a:t>Vision</a:t>
            </a:r>
            <a:endParaRPr sz="4900"/>
          </a:p>
        </p:txBody>
      </p:sp>
      <p:sp>
        <p:nvSpPr>
          <p:cNvPr id="4" name="object 4"/>
          <p:cNvSpPr txBox="1"/>
          <p:nvPr/>
        </p:nvSpPr>
        <p:spPr>
          <a:xfrm>
            <a:off x="191960" y="1625379"/>
            <a:ext cx="17967325" cy="7545705"/>
          </a:xfrm>
          <a:prstGeom prst="rect">
            <a:avLst/>
          </a:prstGeom>
        </p:spPr>
        <p:txBody>
          <a:bodyPr vert="horz" wrap="square" lIns="0" tIns="27305" rIns="0" bIns="0" rtlCol="0">
            <a:spAutoFit/>
          </a:bodyPr>
          <a:lstStyle/>
          <a:p>
            <a:pPr marL="872490" marR="864869" algn="ctr">
              <a:lnSpc>
                <a:spcPct val="111100"/>
              </a:lnSpc>
              <a:spcBef>
                <a:spcPts val="215"/>
              </a:spcBef>
            </a:pPr>
            <a:r>
              <a:rPr sz="4950" spc="7175" dirty="0">
                <a:solidFill>
                  <a:srgbClr val="FFFFFF"/>
                </a:solidFill>
                <a:latin typeface="Roboto"/>
                <a:cs typeface="Roboto"/>
              </a:rPr>
              <a:t>🏥</a:t>
            </a:r>
            <a:r>
              <a:rPr sz="4950" spc="-340" dirty="0">
                <a:solidFill>
                  <a:srgbClr val="FFFFFF"/>
                </a:solidFill>
                <a:latin typeface="Roboto"/>
                <a:cs typeface="Roboto"/>
              </a:rPr>
              <a:t> </a:t>
            </a:r>
            <a:r>
              <a:rPr sz="4200" spc="180" dirty="0">
                <a:solidFill>
                  <a:srgbClr val="FFFFFF"/>
                </a:solidFill>
                <a:latin typeface="Arial"/>
                <a:cs typeface="Arial"/>
              </a:rPr>
              <a:t>Healthcare</a:t>
            </a:r>
            <a:r>
              <a:rPr sz="4200" spc="-130" dirty="0">
                <a:solidFill>
                  <a:srgbClr val="FFFFFF"/>
                </a:solidFill>
                <a:latin typeface="Arial"/>
                <a:cs typeface="Arial"/>
              </a:rPr>
              <a:t> </a:t>
            </a:r>
            <a:r>
              <a:rPr sz="4200" spc="185" dirty="0">
                <a:solidFill>
                  <a:srgbClr val="FFFFFF"/>
                </a:solidFill>
                <a:latin typeface="Arial"/>
                <a:cs typeface="Arial"/>
              </a:rPr>
              <a:t>accessibility</a:t>
            </a:r>
            <a:r>
              <a:rPr sz="4200" spc="-125" dirty="0">
                <a:solidFill>
                  <a:srgbClr val="FFFFFF"/>
                </a:solidFill>
                <a:latin typeface="Arial"/>
                <a:cs typeface="Arial"/>
              </a:rPr>
              <a:t> </a:t>
            </a:r>
            <a:r>
              <a:rPr sz="4200" spc="75" dirty="0">
                <a:solidFill>
                  <a:srgbClr val="FFFFFF"/>
                </a:solidFill>
                <a:latin typeface="Arial"/>
                <a:cs typeface="Arial"/>
              </a:rPr>
              <a:t>is</a:t>
            </a:r>
            <a:r>
              <a:rPr sz="4200" spc="-130" dirty="0">
                <a:solidFill>
                  <a:srgbClr val="FFFFFF"/>
                </a:solidFill>
                <a:latin typeface="Arial"/>
                <a:cs typeface="Arial"/>
              </a:rPr>
              <a:t> </a:t>
            </a:r>
            <a:r>
              <a:rPr sz="4200" spc="254" dirty="0">
                <a:solidFill>
                  <a:srgbClr val="FFFFFF"/>
                </a:solidFill>
                <a:latin typeface="Arial"/>
                <a:cs typeface="Arial"/>
              </a:rPr>
              <a:t>still</a:t>
            </a:r>
            <a:r>
              <a:rPr sz="4200" spc="-130" dirty="0">
                <a:solidFill>
                  <a:srgbClr val="FFFFFF"/>
                </a:solidFill>
                <a:latin typeface="Arial"/>
                <a:cs typeface="Arial"/>
              </a:rPr>
              <a:t> </a:t>
            </a:r>
            <a:r>
              <a:rPr sz="4200" dirty="0">
                <a:solidFill>
                  <a:srgbClr val="FFFFFF"/>
                </a:solidFill>
                <a:latin typeface="Arial"/>
                <a:cs typeface="Arial"/>
              </a:rPr>
              <a:t>a</a:t>
            </a:r>
            <a:r>
              <a:rPr sz="4200" spc="-125" dirty="0">
                <a:solidFill>
                  <a:srgbClr val="FFFFFF"/>
                </a:solidFill>
                <a:latin typeface="Arial"/>
                <a:cs typeface="Arial"/>
              </a:rPr>
              <a:t> </a:t>
            </a:r>
            <a:r>
              <a:rPr sz="4200" spc="220" dirty="0">
                <a:solidFill>
                  <a:srgbClr val="FFFFFF"/>
                </a:solidFill>
                <a:latin typeface="Arial"/>
                <a:cs typeface="Arial"/>
              </a:rPr>
              <a:t>major</a:t>
            </a:r>
            <a:r>
              <a:rPr sz="4200" spc="-130" dirty="0">
                <a:solidFill>
                  <a:srgbClr val="FFFFFF"/>
                </a:solidFill>
                <a:latin typeface="Arial"/>
                <a:cs typeface="Arial"/>
              </a:rPr>
              <a:t> </a:t>
            </a:r>
            <a:r>
              <a:rPr sz="4200" spc="150" dirty="0">
                <a:solidFill>
                  <a:srgbClr val="FFFFFF"/>
                </a:solidFill>
                <a:latin typeface="Arial"/>
                <a:cs typeface="Arial"/>
              </a:rPr>
              <a:t>challenge</a:t>
            </a:r>
            <a:r>
              <a:rPr sz="4200" spc="-125" dirty="0">
                <a:solidFill>
                  <a:srgbClr val="FFFFFF"/>
                </a:solidFill>
                <a:latin typeface="Arial"/>
                <a:cs typeface="Arial"/>
              </a:rPr>
              <a:t> </a:t>
            </a:r>
            <a:r>
              <a:rPr sz="4200" spc="215" dirty="0">
                <a:solidFill>
                  <a:srgbClr val="FFFFFF"/>
                </a:solidFill>
                <a:latin typeface="Arial"/>
                <a:cs typeface="Arial"/>
              </a:rPr>
              <a:t>in</a:t>
            </a:r>
            <a:r>
              <a:rPr sz="4200" spc="-130" dirty="0">
                <a:solidFill>
                  <a:srgbClr val="FFFFFF"/>
                </a:solidFill>
                <a:latin typeface="Arial"/>
                <a:cs typeface="Arial"/>
              </a:rPr>
              <a:t> </a:t>
            </a:r>
            <a:r>
              <a:rPr sz="4200" spc="220" dirty="0">
                <a:solidFill>
                  <a:srgbClr val="FFFFFF"/>
                </a:solidFill>
                <a:latin typeface="Arial"/>
                <a:cs typeface="Arial"/>
              </a:rPr>
              <a:t>rural</a:t>
            </a:r>
            <a:r>
              <a:rPr sz="4200" spc="-125" dirty="0">
                <a:solidFill>
                  <a:srgbClr val="FFFFFF"/>
                </a:solidFill>
                <a:latin typeface="Arial"/>
                <a:cs typeface="Arial"/>
              </a:rPr>
              <a:t> </a:t>
            </a:r>
            <a:r>
              <a:rPr sz="4200" spc="-2035" dirty="0">
                <a:solidFill>
                  <a:srgbClr val="FFFFFF"/>
                </a:solidFill>
                <a:latin typeface="Arial"/>
                <a:cs typeface="Arial"/>
              </a:rPr>
              <a:t>and</a:t>
            </a:r>
            <a:r>
              <a:rPr sz="4200" spc="200" dirty="0">
                <a:solidFill>
                  <a:srgbClr val="FFFFFF"/>
                </a:solidFill>
                <a:latin typeface="Arial"/>
                <a:cs typeface="Arial"/>
              </a:rPr>
              <a:t> underserved</a:t>
            </a:r>
            <a:r>
              <a:rPr sz="4200" spc="-95" dirty="0">
                <a:solidFill>
                  <a:srgbClr val="FFFFFF"/>
                </a:solidFill>
                <a:latin typeface="Arial"/>
                <a:cs typeface="Arial"/>
              </a:rPr>
              <a:t> </a:t>
            </a:r>
            <a:r>
              <a:rPr sz="4200" spc="190" dirty="0">
                <a:solidFill>
                  <a:srgbClr val="FFFFFF"/>
                </a:solidFill>
                <a:latin typeface="Arial"/>
                <a:cs typeface="Arial"/>
              </a:rPr>
              <a:t>communities.</a:t>
            </a:r>
            <a:endParaRPr sz="4200">
              <a:latin typeface="Arial"/>
              <a:cs typeface="Arial"/>
            </a:endParaRPr>
          </a:p>
          <a:p>
            <a:pPr algn="ctr">
              <a:lnSpc>
                <a:spcPts val="5895"/>
              </a:lnSpc>
              <a:spcBef>
                <a:spcPts val="60"/>
              </a:spcBef>
            </a:pPr>
            <a:r>
              <a:rPr sz="4950" spc="7175" dirty="0">
                <a:solidFill>
                  <a:srgbClr val="FFFFFF"/>
                </a:solidFill>
                <a:latin typeface="Roboto"/>
                <a:cs typeface="Roboto"/>
              </a:rPr>
              <a:t>🔍</a:t>
            </a:r>
            <a:r>
              <a:rPr sz="4950" spc="-370" dirty="0">
                <a:solidFill>
                  <a:srgbClr val="FFFFFF"/>
                </a:solidFill>
                <a:latin typeface="Roboto"/>
                <a:cs typeface="Roboto"/>
              </a:rPr>
              <a:t> </a:t>
            </a:r>
            <a:r>
              <a:rPr sz="4200" dirty="0">
                <a:solidFill>
                  <a:srgbClr val="FFFFFF"/>
                </a:solidFill>
                <a:latin typeface="Arial"/>
                <a:cs typeface="Arial"/>
              </a:rPr>
              <a:t>We</a:t>
            </a:r>
            <a:r>
              <a:rPr sz="4200" spc="-155" dirty="0">
                <a:solidFill>
                  <a:srgbClr val="FFFFFF"/>
                </a:solidFill>
                <a:latin typeface="Arial"/>
                <a:cs typeface="Arial"/>
              </a:rPr>
              <a:t> </a:t>
            </a:r>
            <a:r>
              <a:rPr sz="4200" spc="240" dirty="0">
                <a:solidFill>
                  <a:srgbClr val="FFFFFF"/>
                </a:solidFill>
                <a:latin typeface="Arial"/>
                <a:cs typeface="Arial"/>
              </a:rPr>
              <a:t>studied</a:t>
            </a:r>
            <a:r>
              <a:rPr sz="4200" spc="-145" dirty="0">
                <a:solidFill>
                  <a:srgbClr val="FFFFFF"/>
                </a:solidFill>
                <a:latin typeface="Arial"/>
                <a:cs typeface="Arial"/>
              </a:rPr>
              <a:t> </a:t>
            </a:r>
            <a:r>
              <a:rPr sz="4200" spc="140" dirty="0">
                <a:solidFill>
                  <a:srgbClr val="FFFFFF"/>
                </a:solidFill>
                <a:latin typeface="Arial"/>
                <a:cs typeface="Arial"/>
              </a:rPr>
              <a:t>existing</a:t>
            </a:r>
            <a:r>
              <a:rPr sz="4200" spc="-145" dirty="0">
                <a:solidFill>
                  <a:srgbClr val="FFFFFF"/>
                </a:solidFill>
                <a:latin typeface="Arial"/>
                <a:cs typeface="Arial"/>
              </a:rPr>
              <a:t> </a:t>
            </a:r>
            <a:r>
              <a:rPr sz="4200" spc="195" dirty="0">
                <a:solidFill>
                  <a:srgbClr val="FFFFFF"/>
                </a:solidFill>
                <a:latin typeface="Arial"/>
                <a:cs typeface="Arial"/>
              </a:rPr>
              <a:t>healthcare</a:t>
            </a:r>
            <a:r>
              <a:rPr sz="4200" spc="-145" dirty="0">
                <a:solidFill>
                  <a:srgbClr val="FFFFFF"/>
                </a:solidFill>
                <a:latin typeface="Arial"/>
                <a:cs typeface="Arial"/>
              </a:rPr>
              <a:t> </a:t>
            </a:r>
            <a:r>
              <a:rPr sz="4200" spc="170" dirty="0">
                <a:solidFill>
                  <a:srgbClr val="FFFFFF"/>
                </a:solidFill>
                <a:latin typeface="Arial"/>
                <a:cs typeface="Arial"/>
              </a:rPr>
              <a:t>solutions.</a:t>
            </a:r>
            <a:endParaRPr sz="4200">
              <a:latin typeface="Arial"/>
              <a:cs typeface="Arial"/>
            </a:endParaRPr>
          </a:p>
          <a:p>
            <a:pPr marL="1014094" marR="1006475" algn="ctr">
              <a:lnSpc>
                <a:spcPts val="5850"/>
              </a:lnSpc>
              <a:spcBef>
                <a:spcPts val="225"/>
              </a:spcBef>
            </a:pPr>
            <a:r>
              <a:rPr sz="4950" spc="7175" dirty="0">
                <a:solidFill>
                  <a:srgbClr val="FFFFFF"/>
                </a:solidFill>
                <a:latin typeface="Roboto"/>
                <a:cs typeface="Roboto"/>
              </a:rPr>
              <a:t>🤖</a:t>
            </a:r>
            <a:r>
              <a:rPr sz="4950" spc="-325" dirty="0">
                <a:solidFill>
                  <a:srgbClr val="FFFFFF"/>
                </a:solidFill>
                <a:latin typeface="Roboto"/>
                <a:cs typeface="Roboto"/>
              </a:rPr>
              <a:t> </a:t>
            </a:r>
            <a:r>
              <a:rPr sz="4200" dirty="0">
                <a:solidFill>
                  <a:srgbClr val="FFFFFF"/>
                </a:solidFill>
                <a:latin typeface="Arial"/>
                <a:cs typeface="Arial"/>
              </a:rPr>
              <a:t>AI</a:t>
            </a:r>
            <a:r>
              <a:rPr sz="4200" spc="-105" dirty="0">
                <a:solidFill>
                  <a:srgbClr val="FFFFFF"/>
                </a:solidFill>
                <a:latin typeface="Arial"/>
                <a:cs typeface="Arial"/>
              </a:rPr>
              <a:t> </a:t>
            </a:r>
            <a:r>
              <a:rPr sz="4200" spc="220" dirty="0">
                <a:solidFill>
                  <a:srgbClr val="FFFFFF"/>
                </a:solidFill>
                <a:latin typeface="Arial"/>
                <a:cs typeface="Arial"/>
              </a:rPr>
              <a:t>chatbots,</a:t>
            </a:r>
            <a:r>
              <a:rPr sz="4200" spc="-105" dirty="0">
                <a:solidFill>
                  <a:srgbClr val="FFFFFF"/>
                </a:solidFill>
                <a:latin typeface="Arial"/>
                <a:cs typeface="Arial"/>
              </a:rPr>
              <a:t> </a:t>
            </a:r>
            <a:r>
              <a:rPr sz="4200" spc="185" dirty="0">
                <a:solidFill>
                  <a:srgbClr val="FFFFFF"/>
                </a:solidFill>
                <a:latin typeface="Arial"/>
                <a:cs typeface="Arial"/>
              </a:rPr>
              <a:t>telemedicine,</a:t>
            </a:r>
            <a:r>
              <a:rPr sz="4200" spc="-105" dirty="0">
                <a:solidFill>
                  <a:srgbClr val="FFFFFF"/>
                </a:solidFill>
                <a:latin typeface="Arial"/>
                <a:cs typeface="Arial"/>
              </a:rPr>
              <a:t> </a:t>
            </a:r>
            <a:r>
              <a:rPr sz="4200" spc="200" dirty="0">
                <a:solidFill>
                  <a:srgbClr val="FFFFFF"/>
                </a:solidFill>
                <a:latin typeface="Arial"/>
                <a:cs typeface="Arial"/>
              </a:rPr>
              <a:t>medicine</a:t>
            </a:r>
            <a:r>
              <a:rPr sz="4200" spc="-105" dirty="0">
                <a:solidFill>
                  <a:srgbClr val="FFFFFF"/>
                </a:solidFill>
                <a:latin typeface="Arial"/>
                <a:cs typeface="Arial"/>
              </a:rPr>
              <a:t> </a:t>
            </a:r>
            <a:r>
              <a:rPr sz="4200" spc="170" dirty="0">
                <a:solidFill>
                  <a:srgbClr val="FFFFFF"/>
                </a:solidFill>
                <a:latin typeface="Arial"/>
                <a:cs typeface="Arial"/>
              </a:rPr>
              <a:t>reminders,</a:t>
            </a:r>
            <a:r>
              <a:rPr sz="4200" spc="-105" dirty="0">
                <a:solidFill>
                  <a:srgbClr val="FFFFFF"/>
                </a:solidFill>
                <a:latin typeface="Arial"/>
                <a:cs typeface="Arial"/>
              </a:rPr>
              <a:t> </a:t>
            </a:r>
            <a:r>
              <a:rPr sz="4200" spc="195" dirty="0">
                <a:solidFill>
                  <a:srgbClr val="FFFFFF"/>
                </a:solidFill>
                <a:latin typeface="Arial"/>
                <a:cs typeface="Arial"/>
              </a:rPr>
              <a:t>and</a:t>
            </a:r>
            <a:r>
              <a:rPr sz="4200" spc="-105" dirty="0">
                <a:solidFill>
                  <a:srgbClr val="FFFFFF"/>
                </a:solidFill>
                <a:latin typeface="Arial"/>
                <a:cs typeface="Arial"/>
              </a:rPr>
              <a:t> </a:t>
            </a:r>
            <a:r>
              <a:rPr sz="4200" spc="-855" dirty="0">
                <a:solidFill>
                  <a:srgbClr val="FFFFFF"/>
                </a:solidFill>
                <a:latin typeface="Arial"/>
                <a:cs typeface="Arial"/>
              </a:rPr>
              <a:t>remote </a:t>
            </a:r>
            <a:r>
              <a:rPr sz="4200" spc="254" dirty="0">
                <a:solidFill>
                  <a:srgbClr val="FFFFFF"/>
                </a:solidFill>
                <a:latin typeface="Arial"/>
                <a:cs typeface="Arial"/>
              </a:rPr>
              <a:t>monitoring</a:t>
            </a:r>
            <a:r>
              <a:rPr sz="4200" spc="-135" dirty="0">
                <a:solidFill>
                  <a:srgbClr val="FFFFFF"/>
                </a:solidFill>
                <a:latin typeface="Arial"/>
                <a:cs typeface="Arial"/>
              </a:rPr>
              <a:t> </a:t>
            </a:r>
            <a:r>
              <a:rPr sz="4200" spc="110" dirty="0">
                <a:solidFill>
                  <a:srgbClr val="FFFFFF"/>
                </a:solidFill>
                <a:latin typeface="Arial"/>
                <a:cs typeface="Arial"/>
              </a:rPr>
              <a:t>are</a:t>
            </a:r>
            <a:r>
              <a:rPr sz="4200" spc="-130" dirty="0">
                <a:solidFill>
                  <a:srgbClr val="FFFFFF"/>
                </a:solidFill>
                <a:latin typeface="Arial"/>
                <a:cs typeface="Arial"/>
              </a:rPr>
              <a:t> </a:t>
            </a:r>
            <a:r>
              <a:rPr sz="4200" spc="280" dirty="0">
                <a:solidFill>
                  <a:srgbClr val="FFFFFF"/>
                </a:solidFill>
                <a:latin typeface="Arial"/>
                <a:cs typeface="Arial"/>
              </a:rPr>
              <a:t>mostly</a:t>
            </a:r>
            <a:r>
              <a:rPr sz="4200" spc="-135" dirty="0">
                <a:solidFill>
                  <a:srgbClr val="FFFFFF"/>
                </a:solidFill>
                <a:latin typeface="Arial"/>
                <a:cs typeface="Arial"/>
              </a:rPr>
              <a:t> </a:t>
            </a:r>
            <a:r>
              <a:rPr sz="4200" spc="155" dirty="0">
                <a:solidFill>
                  <a:srgbClr val="FFFFFF"/>
                </a:solidFill>
                <a:latin typeface="Arial"/>
                <a:cs typeface="Arial"/>
              </a:rPr>
              <a:t>separate</a:t>
            </a:r>
            <a:r>
              <a:rPr sz="4200" spc="-130" dirty="0">
                <a:solidFill>
                  <a:srgbClr val="FFFFFF"/>
                </a:solidFill>
                <a:latin typeface="Arial"/>
                <a:cs typeface="Arial"/>
              </a:rPr>
              <a:t> </a:t>
            </a:r>
            <a:r>
              <a:rPr sz="4200" spc="170" dirty="0">
                <a:solidFill>
                  <a:srgbClr val="FFFFFF"/>
                </a:solidFill>
                <a:latin typeface="Arial"/>
                <a:cs typeface="Arial"/>
              </a:rPr>
              <a:t>solutions.</a:t>
            </a:r>
            <a:endParaRPr sz="4200">
              <a:latin typeface="Arial"/>
              <a:cs typeface="Arial"/>
            </a:endParaRPr>
          </a:p>
          <a:p>
            <a:pPr marL="1103630" marR="1096010" algn="ctr">
              <a:lnSpc>
                <a:spcPts val="5850"/>
              </a:lnSpc>
            </a:pPr>
            <a:r>
              <a:rPr sz="4950" spc="7125" dirty="0">
                <a:solidFill>
                  <a:srgbClr val="FFFFFF"/>
                </a:solidFill>
                <a:latin typeface="Roboto"/>
                <a:cs typeface="Roboto"/>
              </a:rPr>
              <a:t>🔗</a:t>
            </a:r>
            <a:r>
              <a:rPr sz="4950" spc="-350" dirty="0">
                <a:solidFill>
                  <a:srgbClr val="FFFFFF"/>
                </a:solidFill>
                <a:latin typeface="Roboto"/>
                <a:cs typeface="Roboto"/>
              </a:rPr>
              <a:t> </a:t>
            </a:r>
            <a:r>
              <a:rPr sz="4200" dirty="0">
                <a:solidFill>
                  <a:srgbClr val="FFFFFF"/>
                </a:solidFill>
                <a:latin typeface="Arial"/>
                <a:cs typeface="Arial"/>
              </a:rPr>
              <a:t>We</a:t>
            </a:r>
            <a:r>
              <a:rPr sz="4200" spc="-135" dirty="0">
                <a:solidFill>
                  <a:srgbClr val="FFFFFF"/>
                </a:solidFill>
                <a:latin typeface="Arial"/>
                <a:cs typeface="Arial"/>
              </a:rPr>
              <a:t> </a:t>
            </a:r>
            <a:r>
              <a:rPr sz="4200" spc="254" dirty="0">
                <a:solidFill>
                  <a:srgbClr val="FFFFFF"/>
                </a:solidFill>
                <a:latin typeface="Arial"/>
                <a:cs typeface="Arial"/>
              </a:rPr>
              <a:t>identified</a:t>
            </a:r>
            <a:r>
              <a:rPr sz="4200" spc="-135" dirty="0">
                <a:solidFill>
                  <a:srgbClr val="FFFFFF"/>
                </a:solidFill>
                <a:latin typeface="Arial"/>
                <a:cs typeface="Arial"/>
              </a:rPr>
              <a:t> </a:t>
            </a:r>
            <a:r>
              <a:rPr sz="4200" spc="290" dirty="0">
                <a:solidFill>
                  <a:srgbClr val="FFFFFF"/>
                </a:solidFill>
                <a:latin typeface="Arial"/>
                <a:cs typeface="Arial"/>
              </a:rPr>
              <a:t>the</a:t>
            </a:r>
            <a:r>
              <a:rPr sz="4200" spc="-135" dirty="0">
                <a:solidFill>
                  <a:srgbClr val="FFFFFF"/>
                </a:solidFill>
                <a:latin typeface="Arial"/>
                <a:cs typeface="Arial"/>
              </a:rPr>
              <a:t> </a:t>
            </a:r>
            <a:r>
              <a:rPr sz="4200" spc="180" dirty="0">
                <a:solidFill>
                  <a:srgbClr val="FFFFFF"/>
                </a:solidFill>
                <a:latin typeface="Arial"/>
                <a:cs typeface="Arial"/>
              </a:rPr>
              <a:t>need</a:t>
            </a:r>
            <a:r>
              <a:rPr sz="4200" spc="-135" dirty="0">
                <a:solidFill>
                  <a:srgbClr val="FFFFFF"/>
                </a:solidFill>
                <a:latin typeface="Arial"/>
                <a:cs typeface="Arial"/>
              </a:rPr>
              <a:t> </a:t>
            </a:r>
            <a:r>
              <a:rPr sz="4200" spc="390" dirty="0">
                <a:solidFill>
                  <a:srgbClr val="FFFFFF"/>
                </a:solidFill>
                <a:latin typeface="Arial"/>
                <a:cs typeface="Arial"/>
              </a:rPr>
              <a:t>to</a:t>
            </a:r>
            <a:r>
              <a:rPr sz="4200" spc="-135" dirty="0">
                <a:solidFill>
                  <a:srgbClr val="FFFFFF"/>
                </a:solidFill>
                <a:latin typeface="Arial"/>
                <a:cs typeface="Arial"/>
              </a:rPr>
              <a:t> </a:t>
            </a:r>
            <a:r>
              <a:rPr sz="4200" spc="200" dirty="0">
                <a:solidFill>
                  <a:srgbClr val="FFFFFF"/>
                </a:solidFill>
                <a:latin typeface="Arial"/>
                <a:cs typeface="Arial"/>
              </a:rPr>
              <a:t>integrate</a:t>
            </a:r>
            <a:r>
              <a:rPr sz="4200" spc="-130" dirty="0">
                <a:solidFill>
                  <a:srgbClr val="FFFFFF"/>
                </a:solidFill>
                <a:latin typeface="Arial"/>
                <a:cs typeface="Arial"/>
              </a:rPr>
              <a:t> </a:t>
            </a:r>
            <a:r>
              <a:rPr sz="4200" spc="180" dirty="0">
                <a:solidFill>
                  <a:srgbClr val="FFFFFF"/>
                </a:solidFill>
                <a:latin typeface="Arial"/>
                <a:cs typeface="Arial"/>
              </a:rPr>
              <a:t>these</a:t>
            </a:r>
            <a:r>
              <a:rPr sz="4200" spc="-135" dirty="0">
                <a:solidFill>
                  <a:srgbClr val="FFFFFF"/>
                </a:solidFill>
                <a:latin typeface="Arial"/>
                <a:cs typeface="Arial"/>
              </a:rPr>
              <a:t> </a:t>
            </a:r>
            <a:r>
              <a:rPr sz="4200" spc="135" dirty="0">
                <a:solidFill>
                  <a:srgbClr val="FFFFFF"/>
                </a:solidFill>
                <a:latin typeface="Arial"/>
                <a:cs typeface="Arial"/>
              </a:rPr>
              <a:t>services</a:t>
            </a:r>
            <a:r>
              <a:rPr sz="4200" spc="-135" dirty="0">
                <a:solidFill>
                  <a:srgbClr val="FFFFFF"/>
                </a:solidFill>
                <a:latin typeface="Arial"/>
                <a:cs typeface="Arial"/>
              </a:rPr>
              <a:t> </a:t>
            </a:r>
            <a:r>
              <a:rPr sz="4200" spc="300" dirty="0">
                <a:solidFill>
                  <a:srgbClr val="FFFFFF"/>
                </a:solidFill>
                <a:latin typeface="Arial"/>
                <a:cs typeface="Arial"/>
              </a:rPr>
              <a:t>into</a:t>
            </a:r>
            <a:r>
              <a:rPr sz="4200" spc="-135" dirty="0">
                <a:solidFill>
                  <a:srgbClr val="FFFFFF"/>
                </a:solidFill>
                <a:latin typeface="Arial"/>
                <a:cs typeface="Arial"/>
              </a:rPr>
              <a:t> </a:t>
            </a:r>
            <a:r>
              <a:rPr sz="4200" spc="-2035" dirty="0">
                <a:solidFill>
                  <a:srgbClr val="FFFFFF"/>
                </a:solidFill>
                <a:latin typeface="Arial"/>
                <a:cs typeface="Arial"/>
              </a:rPr>
              <a:t>one</a:t>
            </a:r>
            <a:r>
              <a:rPr sz="4200" spc="260" dirty="0">
                <a:solidFill>
                  <a:srgbClr val="FFFFFF"/>
                </a:solidFill>
                <a:latin typeface="Arial"/>
                <a:cs typeface="Arial"/>
              </a:rPr>
              <a:t> platform.</a:t>
            </a:r>
            <a:endParaRPr sz="4200">
              <a:latin typeface="Arial"/>
              <a:cs typeface="Arial"/>
            </a:endParaRPr>
          </a:p>
          <a:p>
            <a:pPr algn="ctr">
              <a:lnSpc>
                <a:spcPts val="5625"/>
              </a:lnSpc>
            </a:pPr>
            <a:r>
              <a:rPr sz="4950" spc="4900" dirty="0">
                <a:solidFill>
                  <a:srgbClr val="FFFFFF"/>
                </a:solidFill>
                <a:latin typeface="Roboto"/>
                <a:cs typeface="Roboto"/>
              </a:rPr>
              <a:t>💡</a:t>
            </a:r>
            <a:r>
              <a:rPr sz="4950" spc="635" dirty="0">
                <a:solidFill>
                  <a:srgbClr val="FFFFFF"/>
                </a:solidFill>
                <a:latin typeface="Roboto"/>
                <a:cs typeface="Roboto"/>
              </a:rPr>
              <a:t> </a:t>
            </a:r>
            <a:r>
              <a:rPr sz="4200" spc="-10" dirty="0">
                <a:solidFill>
                  <a:srgbClr val="FFFFFF"/>
                </a:solidFill>
                <a:latin typeface="Arial"/>
                <a:cs typeface="Arial"/>
              </a:rPr>
              <a:t>So,</a:t>
            </a:r>
            <a:r>
              <a:rPr sz="4200" spc="-150" dirty="0">
                <a:solidFill>
                  <a:srgbClr val="FFFFFF"/>
                </a:solidFill>
                <a:latin typeface="Arial"/>
                <a:cs typeface="Arial"/>
              </a:rPr>
              <a:t> </a:t>
            </a:r>
            <a:r>
              <a:rPr sz="4200" spc="145" dirty="0">
                <a:solidFill>
                  <a:srgbClr val="FFFFFF"/>
                </a:solidFill>
                <a:latin typeface="Arial"/>
                <a:cs typeface="Arial"/>
              </a:rPr>
              <a:t>we</a:t>
            </a:r>
            <a:r>
              <a:rPr sz="4200" spc="-150" dirty="0">
                <a:solidFill>
                  <a:srgbClr val="FFFFFF"/>
                </a:solidFill>
                <a:latin typeface="Arial"/>
                <a:cs typeface="Arial"/>
              </a:rPr>
              <a:t> </a:t>
            </a:r>
            <a:r>
              <a:rPr sz="4200" spc="229" dirty="0">
                <a:solidFill>
                  <a:srgbClr val="FFFFFF"/>
                </a:solidFill>
                <a:latin typeface="Arial"/>
                <a:cs typeface="Arial"/>
              </a:rPr>
              <a:t>proposed</a:t>
            </a:r>
            <a:r>
              <a:rPr sz="4200" spc="-145" dirty="0">
                <a:solidFill>
                  <a:srgbClr val="FFFFFF"/>
                </a:solidFill>
                <a:latin typeface="Arial"/>
                <a:cs typeface="Arial"/>
              </a:rPr>
              <a:t> </a:t>
            </a:r>
            <a:r>
              <a:rPr sz="4200" spc="120" dirty="0">
                <a:solidFill>
                  <a:srgbClr val="FFFFFF"/>
                </a:solidFill>
                <a:latin typeface="Arial"/>
                <a:cs typeface="Arial"/>
              </a:rPr>
              <a:t>NalamAI</a:t>
            </a:r>
            <a:r>
              <a:rPr sz="4200" spc="-150" dirty="0">
                <a:solidFill>
                  <a:srgbClr val="FFFFFF"/>
                </a:solidFill>
                <a:latin typeface="Arial"/>
                <a:cs typeface="Arial"/>
              </a:rPr>
              <a:t> </a:t>
            </a:r>
            <a:r>
              <a:rPr sz="4200" dirty="0">
                <a:solidFill>
                  <a:srgbClr val="FFFFFF"/>
                </a:solidFill>
                <a:latin typeface="Arial"/>
                <a:cs typeface="Arial"/>
              </a:rPr>
              <a:t>as</a:t>
            </a:r>
            <a:r>
              <a:rPr sz="4200" spc="-145" dirty="0">
                <a:solidFill>
                  <a:srgbClr val="FFFFFF"/>
                </a:solidFill>
                <a:latin typeface="Arial"/>
                <a:cs typeface="Arial"/>
              </a:rPr>
              <a:t> </a:t>
            </a:r>
            <a:r>
              <a:rPr sz="4200" spc="125" dirty="0">
                <a:solidFill>
                  <a:srgbClr val="FFFFFF"/>
                </a:solidFill>
                <a:latin typeface="Arial"/>
                <a:cs typeface="Arial"/>
              </a:rPr>
              <a:t>an</a:t>
            </a:r>
            <a:r>
              <a:rPr sz="4200" spc="-150" dirty="0">
                <a:solidFill>
                  <a:srgbClr val="FFFFFF"/>
                </a:solidFill>
                <a:latin typeface="Arial"/>
                <a:cs typeface="Arial"/>
              </a:rPr>
              <a:t> </a:t>
            </a:r>
            <a:r>
              <a:rPr sz="4200" spc="215" dirty="0">
                <a:solidFill>
                  <a:srgbClr val="FFFFFF"/>
                </a:solidFill>
                <a:latin typeface="Arial"/>
                <a:cs typeface="Arial"/>
              </a:rPr>
              <a:t>integrated</a:t>
            </a:r>
            <a:r>
              <a:rPr sz="4200" spc="-145" dirty="0">
                <a:solidFill>
                  <a:srgbClr val="FFFFFF"/>
                </a:solidFill>
                <a:latin typeface="Arial"/>
                <a:cs typeface="Arial"/>
              </a:rPr>
              <a:t> </a:t>
            </a:r>
            <a:r>
              <a:rPr sz="4200" spc="195" dirty="0">
                <a:solidFill>
                  <a:srgbClr val="FFFFFF"/>
                </a:solidFill>
                <a:latin typeface="Arial"/>
                <a:cs typeface="Arial"/>
              </a:rPr>
              <a:t>healthcare</a:t>
            </a:r>
            <a:r>
              <a:rPr sz="4200" spc="-150" dirty="0">
                <a:solidFill>
                  <a:srgbClr val="FFFFFF"/>
                </a:solidFill>
                <a:latin typeface="Arial"/>
                <a:cs typeface="Arial"/>
              </a:rPr>
              <a:t> </a:t>
            </a:r>
            <a:r>
              <a:rPr sz="4200" spc="140" dirty="0">
                <a:solidFill>
                  <a:srgbClr val="FFFFFF"/>
                </a:solidFill>
                <a:latin typeface="Arial"/>
                <a:cs typeface="Arial"/>
              </a:rPr>
              <a:t>assistant.</a:t>
            </a:r>
            <a:endParaRPr sz="4200">
              <a:latin typeface="Arial"/>
              <a:cs typeface="Arial"/>
            </a:endParaRPr>
          </a:p>
          <a:p>
            <a:pPr marL="12700" marR="5080" algn="ctr">
              <a:lnSpc>
                <a:spcPts val="5850"/>
              </a:lnSpc>
              <a:spcBef>
                <a:spcPts val="25"/>
              </a:spcBef>
            </a:pPr>
            <a:r>
              <a:rPr sz="4950" spc="7175" dirty="0">
                <a:solidFill>
                  <a:srgbClr val="FFFFFF"/>
                </a:solidFill>
                <a:latin typeface="Roboto"/>
                <a:cs typeface="Roboto"/>
              </a:rPr>
              <a:t>👥</a:t>
            </a:r>
            <a:r>
              <a:rPr sz="4950" spc="-355" dirty="0">
                <a:solidFill>
                  <a:srgbClr val="FFFFFF"/>
                </a:solidFill>
                <a:latin typeface="Roboto"/>
                <a:cs typeface="Roboto"/>
              </a:rPr>
              <a:t> </a:t>
            </a:r>
            <a:r>
              <a:rPr sz="4200" spc="325" dirty="0">
                <a:solidFill>
                  <a:srgbClr val="FFFFFF"/>
                </a:solidFill>
                <a:latin typeface="Arial"/>
                <a:cs typeface="Arial"/>
              </a:rPr>
              <a:t>It</a:t>
            </a:r>
            <a:r>
              <a:rPr sz="4200" spc="-130" dirty="0">
                <a:solidFill>
                  <a:srgbClr val="FFFFFF"/>
                </a:solidFill>
                <a:latin typeface="Arial"/>
                <a:cs typeface="Arial"/>
              </a:rPr>
              <a:t> </a:t>
            </a:r>
            <a:r>
              <a:rPr sz="4200" spc="120" dirty="0">
                <a:solidFill>
                  <a:srgbClr val="FFFFFF"/>
                </a:solidFill>
                <a:latin typeface="Arial"/>
                <a:cs typeface="Arial"/>
              </a:rPr>
              <a:t>aims</a:t>
            </a:r>
            <a:r>
              <a:rPr sz="4200" spc="-130" dirty="0">
                <a:solidFill>
                  <a:srgbClr val="FFFFFF"/>
                </a:solidFill>
                <a:latin typeface="Arial"/>
                <a:cs typeface="Arial"/>
              </a:rPr>
              <a:t> </a:t>
            </a:r>
            <a:r>
              <a:rPr sz="4200" spc="390" dirty="0">
                <a:solidFill>
                  <a:srgbClr val="FFFFFF"/>
                </a:solidFill>
                <a:latin typeface="Arial"/>
                <a:cs typeface="Arial"/>
              </a:rPr>
              <a:t>to</a:t>
            </a:r>
            <a:r>
              <a:rPr sz="4200" spc="-130" dirty="0">
                <a:solidFill>
                  <a:srgbClr val="FFFFFF"/>
                </a:solidFill>
                <a:latin typeface="Arial"/>
                <a:cs typeface="Arial"/>
              </a:rPr>
              <a:t> </a:t>
            </a:r>
            <a:r>
              <a:rPr sz="4200" spc="90" dirty="0">
                <a:solidFill>
                  <a:srgbClr val="FFFFFF"/>
                </a:solidFill>
                <a:latin typeface="Arial"/>
                <a:cs typeface="Arial"/>
              </a:rPr>
              <a:t>make</a:t>
            </a:r>
            <a:r>
              <a:rPr sz="4200" spc="-130" dirty="0">
                <a:solidFill>
                  <a:srgbClr val="FFFFFF"/>
                </a:solidFill>
                <a:latin typeface="Arial"/>
                <a:cs typeface="Arial"/>
              </a:rPr>
              <a:t> </a:t>
            </a:r>
            <a:r>
              <a:rPr sz="4200" spc="195" dirty="0">
                <a:solidFill>
                  <a:srgbClr val="FFFFFF"/>
                </a:solidFill>
                <a:latin typeface="Arial"/>
                <a:cs typeface="Arial"/>
              </a:rPr>
              <a:t>healthcare</a:t>
            </a:r>
            <a:r>
              <a:rPr sz="4200" spc="-130" dirty="0">
                <a:solidFill>
                  <a:srgbClr val="FFFFFF"/>
                </a:solidFill>
                <a:latin typeface="Arial"/>
                <a:cs typeface="Arial"/>
              </a:rPr>
              <a:t> </a:t>
            </a:r>
            <a:r>
              <a:rPr sz="4200" spc="150" dirty="0">
                <a:solidFill>
                  <a:srgbClr val="FFFFFF"/>
                </a:solidFill>
                <a:latin typeface="Arial"/>
                <a:cs typeface="Arial"/>
              </a:rPr>
              <a:t>simple,</a:t>
            </a:r>
            <a:r>
              <a:rPr sz="4200" spc="-130" dirty="0">
                <a:solidFill>
                  <a:srgbClr val="FFFFFF"/>
                </a:solidFill>
                <a:latin typeface="Arial"/>
                <a:cs typeface="Arial"/>
              </a:rPr>
              <a:t> </a:t>
            </a:r>
            <a:r>
              <a:rPr sz="4200" spc="105" dirty="0">
                <a:solidFill>
                  <a:srgbClr val="FFFFFF"/>
                </a:solidFill>
                <a:latin typeface="Arial"/>
                <a:cs typeface="Arial"/>
              </a:rPr>
              <a:t>accessible,</a:t>
            </a:r>
            <a:r>
              <a:rPr sz="4200" spc="-130" dirty="0">
                <a:solidFill>
                  <a:srgbClr val="FFFFFF"/>
                </a:solidFill>
                <a:latin typeface="Arial"/>
                <a:cs typeface="Arial"/>
              </a:rPr>
              <a:t> </a:t>
            </a:r>
            <a:r>
              <a:rPr sz="4200" spc="204" dirty="0">
                <a:solidFill>
                  <a:srgbClr val="FFFFFF"/>
                </a:solidFill>
                <a:latin typeface="Arial"/>
                <a:cs typeface="Arial"/>
              </a:rPr>
              <a:t>affordable,</a:t>
            </a:r>
            <a:r>
              <a:rPr sz="4200" spc="-130" dirty="0">
                <a:solidFill>
                  <a:srgbClr val="FFFFFF"/>
                </a:solidFill>
                <a:latin typeface="Arial"/>
                <a:cs typeface="Arial"/>
              </a:rPr>
              <a:t> </a:t>
            </a:r>
            <a:r>
              <a:rPr sz="4200" spc="195" dirty="0">
                <a:solidFill>
                  <a:srgbClr val="FFFFFF"/>
                </a:solidFill>
                <a:latin typeface="Arial"/>
                <a:cs typeface="Arial"/>
              </a:rPr>
              <a:t>and</a:t>
            </a:r>
            <a:r>
              <a:rPr sz="4200" spc="-130" dirty="0">
                <a:solidFill>
                  <a:srgbClr val="FFFFFF"/>
                </a:solidFill>
                <a:latin typeface="Arial"/>
                <a:cs typeface="Arial"/>
              </a:rPr>
              <a:t> </a:t>
            </a:r>
            <a:r>
              <a:rPr sz="4200" spc="-1190" dirty="0">
                <a:solidFill>
                  <a:srgbClr val="FFFFFF"/>
                </a:solidFill>
                <a:latin typeface="Arial"/>
                <a:cs typeface="Arial"/>
              </a:rPr>
              <a:t>user-</a:t>
            </a:r>
            <a:r>
              <a:rPr sz="4200" spc="190" dirty="0">
                <a:solidFill>
                  <a:srgbClr val="FFFFFF"/>
                </a:solidFill>
                <a:latin typeface="Arial"/>
                <a:cs typeface="Arial"/>
              </a:rPr>
              <a:t>friendly.</a:t>
            </a:r>
            <a:endParaRPr sz="42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37461" y="0"/>
            <a:ext cx="15430499" cy="101536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10992615" y="8922163"/>
            <a:ext cx="3101382" cy="1364835"/>
          </a:xfrm>
          <a:prstGeom prst="rect">
            <a:avLst/>
          </a:prstGeom>
        </p:spPr>
      </p:pic>
      <p:grpSp>
        <p:nvGrpSpPr>
          <p:cNvPr id="2" name="object 2"/>
          <p:cNvGrpSpPr/>
          <p:nvPr/>
        </p:nvGrpSpPr>
        <p:grpSpPr>
          <a:xfrm>
            <a:off x="14270459" y="6955014"/>
            <a:ext cx="4017645" cy="3332479"/>
            <a:chOff x="14270459" y="6955014"/>
            <a:chExt cx="4017645" cy="3332479"/>
          </a:xfrm>
        </p:grpSpPr>
        <p:sp>
          <p:nvSpPr>
            <p:cNvPr id="3" name="object 3"/>
            <p:cNvSpPr/>
            <p:nvPr/>
          </p:nvSpPr>
          <p:spPr>
            <a:xfrm>
              <a:off x="14271119" y="6956387"/>
              <a:ext cx="4017010" cy="3331210"/>
            </a:xfrm>
            <a:custGeom>
              <a:avLst/>
              <a:gdLst/>
              <a:ahLst/>
              <a:cxnLst/>
              <a:rect l="l" t="t" r="r" b="b"/>
              <a:pathLst>
                <a:path w="4017009" h="3331209">
                  <a:moveTo>
                    <a:pt x="1308939" y="522051"/>
                  </a:moveTo>
                  <a:lnTo>
                    <a:pt x="2426481" y="522051"/>
                  </a:lnTo>
                  <a:lnTo>
                    <a:pt x="2425797" y="521750"/>
                  </a:lnTo>
                  <a:lnTo>
                    <a:pt x="2425341" y="521171"/>
                  </a:lnTo>
                  <a:lnTo>
                    <a:pt x="2395524" y="486127"/>
                  </a:lnTo>
                  <a:lnTo>
                    <a:pt x="2360874" y="449763"/>
                  </a:lnTo>
                  <a:lnTo>
                    <a:pt x="2239770" y="328735"/>
                  </a:lnTo>
                  <a:lnTo>
                    <a:pt x="2197974" y="287697"/>
                  </a:lnTo>
                  <a:lnTo>
                    <a:pt x="2156450" y="247735"/>
                  </a:lnTo>
                  <a:lnTo>
                    <a:pt x="2115356" y="209277"/>
                  </a:lnTo>
                  <a:lnTo>
                    <a:pt x="2074851" y="172749"/>
                  </a:lnTo>
                  <a:lnTo>
                    <a:pt x="2035093" y="138578"/>
                  </a:lnTo>
                  <a:lnTo>
                    <a:pt x="1996240" y="107190"/>
                  </a:lnTo>
                  <a:lnTo>
                    <a:pt x="1958452" y="79013"/>
                  </a:lnTo>
                  <a:lnTo>
                    <a:pt x="1921886" y="54473"/>
                  </a:lnTo>
                  <a:lnTo>
                    <a:pt x="1886700" y="33997"/>
                  </a:lnTo>
                  <a:lnTo>
                    <a:pt x="1821106" y="6944"/>
                  </a:lnTo>
                  <a:lnTo>
                    <a:pt x="1782882" y="414"/>
                  </a:lnTo>
                  <a:lnTo>
                    <a:pt x="1774760" y="0"/>
                  </a:lnTo>
                  <a:lnTo>
                    <a:pt x="1766865" y="0"/>
                  </a:lnTo>
                  <a:lnTo>
                    <a:pt x="1730063" y="2998"/>
                  </a:lnTo>
                  <a:lnTo>
                    <a:pt x="1696908" y="10865"/>
                  </a:lnTo>
                  <a:lnTo>
                    <a:pt x="1666347" y="21905"/>
                  </a:lnTo>
                  <a:lnTo>
                    <a:pt x="1615211" y="44057"/>
                  </a:lnTo>
                  <a:lnTo>
                    <a:pt x="1593186" y="52592"/>
                  </a:lnTo>
                  <a:lnTo>
                    <a:pt x="1570719" y="59207"/>
                  </a:lnTo>
                  <a:lnTo>
                    <a:pt x="1547273" y="63082"/>
                  </a:lnTo>
                  <a:lnTo>
                    <a:pt x="1496723" y="69184"/>
                  </a:lnTo>
                  <a:lnTo>
                    <a:pt x="1448430" y="79736"/>
                  </a:lnTo>
                  <a:lnTo>
                    <a:pt x="1406795" y="97006"/>
                  </a:lnTo>
                  <a:lnTo>
                    <a:pt x="1376223" y="123267"/>
                  </a:lnTo>
                  <a:lnTo>
                    <a:pt x="1360539" y="174658"/>
                  </a:lnTo>
                  <a:lnTo>
                    <a:pt x="1362841" y="195121"/>
                  </a:lnTo>
                  <a:lnTo>
                    <a:pt x="1363151" y="196693"/>
                  </a:lnTo>
                  <a:lnTo>
                    <a:pt x="1364582" y="202204"/>
                  </a:lnTo>
                  <a:lnTo>
                    <a:pt x="1364764" y="202964"/>
                  </a:lnTo>
                  <a:lnTo>
                    <a:pt x="1364555" y="203766"/>
                  </a:lnTo>
                  <a:lnTo>
                    <a:pt x="1364026" y="204340"/>
                  </a:lnTo>
                  <a:lnTo>
                    <a:pt x="1363023" y="205506"/>
                  </a:lnTo>
                  <a:lnTo>
                    <a:pt x="1342932" y="241337"/>
                  </a:lnTo>
                  <a:lnTo>
                    <a:pt x="1341674" y="247359"/>
                  </a:lnTo>
                  <a:lnTo>
                    <a:pt x="1341026" y="250752"/>
                  </a:lnTo>
                  <a:lnTo>
                    <a:pt x="1340552" y="254532"/>
                  </a:lnTo>
                  <a:lnTo>
                    <a:pt x="1340324" y="257657"/>
                  </a:lnTo>
                  <a:lnTo>
                    <a:pt x="1340324" y="293898"/>
                  </a:lnTo>
                  <a:lnTo>
                    <a:pt x="1695151" y="293898"/>
                  </a:lnTo>
                  <a:lnTo>
                    <a:pt x="1696071" y="294550"/>
                  </a:lnTo>
                  <a:lnTo>
                    <a:pt x="1716682" y="362305"/>
                  </a:lnTo>
                  <a:lnTo>
                    <a:pt x="1716108" y="363530"/>
                  </a:lnTo>
                  <a:lnTo>
                    <a:pt x="1714996" y="363990"/>
                  </a:lnTo>
                  <a:lnTo>
                    <a:pt x="1689089" y="376117"/>
                  </a:lnTo>
                  <a:lnTo>
                    <a:pt x="1665849" y="389877"/>
                  </a:lnTo>
                  <a:lnTo>
                    <a:pt x="1645120" y="405373"/>
                  </a:lnTo>
                  <a:lnTo>
                    <a:pt x="1626745" y="422709"/>
                  </a:lnTo>
                  <a:lnTo>
                    <a:pt x="1626299" y="423187"/>
                  </a:lnTo>
                  <a:lnTo>
                    <a:pt x="1625812" y="423387"/>
                  </a:lnTo>
                  <a:lnTo>
                    <a:pt x="1308939" y="423387"/>
                  </a:lnTo>
                  <a:lnTo>
                    <a:pt x="1308939" y="522051"/>
                  </a:lnTo>
                  <a:close/>
                </a:path>
                <a:path w="4017009" h="3331209">
                  <a:moveTo>
                    <a:pt x="1308939" y="423387"/>
                  </a:moveTo>
                  <a:lnTo>
                    <a:pt x="1624466" y="423387"/>
                  </a:lnTo>
                  <a:lnTo>
                    <a:pt x="1623299" y="422927"/>
                  </a:lnTo>
                  <a:lnTo>
                    <a:pt x="1622716" y="422067"/>
                  </a:lnTo>
                  <a:lnTo>
                    <a:pt x="1622716" y="416674"/>
                  </a:lnTo>
                  <a:lnTo>
                    <a:pt x="1620715" y="397479"/>
                  </a:lnTo>
                  <a:lnTo>
                    <a:pt x="1614786" y="378949"/>
                  </a:lnTo>
                  <a:lnTo>
                    <a:pt x="1605037" y="361338"/>
                  </a:lnTo>
                  <a:lnTo>
                    <a:pt x="1591576" y="344897"/>
                  </a:lnTo>
                  <a:lnTo>
                    <a:pt x="1591110" y="344414"/>
                  </a:lnTo>
                  <a:lnTo>
                    <a:pt x="1590875" y="343754"/>
                  </a:lnTo>
                  <a:lnTo>
                    <a:pt x="1591330" y="338516"/>
                  </a:lnTo>
                  <a:lnTo>
                    <a:pt x="1591330" y="313379"/>
                  </a:lnTo>
                  <a:lnTo>
                    <a:pt x="1592345" y="312258"/>
                  </a:lnTo>
                  <a:lnTo>
                    <a:pt x="1655205" y="302995"/>
                  </a:lnTo>
                  <a:lnTo>
                    <a:pt x="1693848" y="293898"/>
                  </a:lnTo>
                  <a:lnTo>
                    <a:pt x="1340324" y="293898"/>
                  </a:lnTo>
                  <a:lnTo>
                    <a:pt x="1340324" y="338516"/>
                  </a:lnTo>
                  <a:lnTo>
                    <a:pt x="1340607" y="341736"/>
                  </a:lnTo>
                  <a:lnTo>
                    <a:pt x="1340726" y="343084"/>
                  </a:lnTo>
                  <a:lnTo>
                    <a:pt x="1340780" y="343754"/>
                  </a:lnTo>
                  <a:lnTo>
                    <a:pt x="1340543" y="344414"/>
                  </a:lnTo>
                  <a:lnTo>
                    <a:pt x="1340078" y="344897"/>
                  </a:lnTo>
                  <a:lnTo>
                    <a:pt x="1326618" y="361338"/>
                  </a:lnTo>
                  <a:lnTo>
                    <a:pt x="1316868" y="378949"/>
                  </a:lnTo>
                  <a:lnTo>
                    <a:pt x="1310939" y="397479"/>
                  </a:lnTo>
                  <a:lnTo>
                    <a:pt x="1308939" y="416674"/>
                  </a:lnTo>
                  <a:lnTo>
                    <a:pt x="1308939" y="423387"/>
                  </a:lnTo>
                  <a:close/>
                </a:path>
                <a:path w="4017009" h="3331209">
                  <a:moveTo>
                    <a:pt x="1230145" y="3330612"/>
                  </a:moveTo>
                  <a:lnTo>
                    <a:pt x="1967111" y="3330612"/>
                  </a:lnTo>
                  <a:lnTo>
                    <a:pt x="4016880" y="1741760"/>
                  </a:lnTo>
                  <a:lnTo>
                    <a:pt x="4016880" y="963397"/>
                  </a:lnTo>
                  <a:lnTo>
                    <a:pt x="2863828" y="450397"/>
                  </a:lnTo>
                  <a:lnTo>
                    <a:pt x="2826941" y="436580"/>
                  </a:lnTo>
                  <a:lnTo>
                    <a:pt x="2787146" y="426573"/>
                  </a:lnTo>
                  <a:lnTo>
                    <a:pt x="2745012" y="420486"/>
                  </a:lnTo>
                  <a:lnTo>
                    <a:pt x="2701110" y="418432"/>
                  </a:lnTo>
                  <a:lnTo>
                    <a:pt x="2649341" y="421323"/>
                  </a:lnTo>
                  <a:lnTo>
                    <a:pt x="2599702" y="429741"/>
                  </a:lnTo>
                  <a:lnTo>
                    <a:pt x="2553502" y="443301"/>
                  </a:lnTo>
                  <a:lnTo>
                    <a:pt x="2512050" y="461619"/>
                  </a:lnTo>
                  <a:lnTo>
                    <a:pt x="2476654" y="484311"/>
                  </a:lnTo>
                  <a:lnTo>
                    <a:pt x="2428167" y="521891"/>
                  </a:lnTo>
                  <a:lnTo>
                    <a:pt x="2427666" y="522051"/>
                  </a:lnTo>
                  <a:lnTo>
                    <a:pt x="1308939" y="522051"/>
                  </a:lnTo>
                  <a:lnTo>
                    <a:pt x="1308939" y="591564"/>
                  </a:lnTo>
                  <a:lnTo>
                    <a:pt x="1308538" y="592297"/>
                  </a:lnTo>
                  <a:lnTo>
                    <a:pt x="1278292" y="623934"/>
                  </a:lnTo>
                  <a:lnTo>
                    <a:pt x="1263527" y="664152"/>
                  </a:lnTo>
                  <a:lnTo>
                    <a:pt x="1262368" y="695421"/>
                  </a:lnTo>
                  <a:lnTo>
                    <a:pt x="1270734" y="731206"/>
                  </a:lnTo>
                  <a:lnTo>
                    <a:pt x="1291477" y="771259"/>
                  </a:lnTo>
                  <a:lnTo>
                    <a:pt x="1327446" y="815332"/>
                  </a:lnTo>
                  <a:lnTo>
                    <a:pt x="1381492" y="863177"/>
                  </a:lnTo>
                  <a:lnTo>
                    <a:pt x="1424190" y="899769"/>
                  </a:lnTo>
                  <a:lnTo>
                    <a:pt x="1451903" y="933144"/>
                  </a:lnTo>
                  <a:lnTo>
                    <a:pt x="1469167" y="968970"/>
                  </a:lnTo>
                  <a:lnTo>
                    <a:pt x="1480517" y="1012915"/>
                  </a:lnTo>
                  <a:lnTo>
                    <a:pt x="1490490" y="1070646"/>
                  </a:lnTo>
                  <a:lnTo>
                    <a:pt x="1494414" y="1094699"/>
                  </a:lnTo>
                  <a:lnTo>
                    <a:pt x="1495832" y="1103248"/>
                  </a:lnTo>
                  <a:lnTo>
                    <a:pt x="1509866" y="1160088"/>
                  </a:lnTo>
                  <a:lnTo>
                    <a:pt x="1532323" y="1213895"/>
                  </a:lnTo>
                  <a:lnTo>
                    <a:pt x="1532833" y="1214892"/>
                  </a:lnTo>
                  <a:lnTo>
                    <a:pt x="1532560" y="1216113"/>
                  </a:lnTo>
                  <a:lnTo>
                    <a:pt x="59189" y="2358176"/>
                  </a:lnTo>
                  <a:lnTo>
                    <a:pt x="14878" y="2407846"/>
                  </a:lnTo>
                  <a:lnTo>
                    <a:pt x="0" y="2463421"/>
                  </a:lnTo>
                  <a:lnTo>
                    <a:pt x="2424" y="2702919"/>
                  </a:lnTo>
                  <a:lnTo>
                    <a:pt x="10253" y="2740971"/>
                  </a:lnTo>
                  <a:lnTo>
                    <a:pt x="31733" y="2776105"/>
                  </a:lnTo>
                  <a:lnTo>
                    <a:pt x="65904" y="2807180"/>
                  </a:lnTo>
                  <a:lnTo>
                    <a:pt x="111806" y="2833055"/>
                  </a:lnTo>
                  <a:lnTo>
                    <a:pt x="1230145" y="3330612"/>
                  </a:lnTo>
                  <a:close/>
                </a:path>
              </a:pathLst>
            </a:custGeom>
            <a:solidFill>
              <a:srgbClr val="034072"/>
            </a:solidFill>
          </p:spPr>
          <p:txBody>
            <a:bodyPr wrap="square" lIns="0" tIns="0" rIns="0" bIns="0" rtlCol="0"/>
            <a:lstStyle/>
            <a:p>
              <a:endParaRPr/>
            </a:p>
          </p:txBody>
        </p:sp>
        <p:sp>
          <p:nvSpPr>
            <p:cNvPr id="4" name="object 4"/>
            <p:cNvSpPr/>
            <p:nvPr/>
          </p:nvSpPr>
          <p:spPr>
            <a:xfrm>
              <a:off x="14422759" y="7467310"/>
              <a:ext cx="3865245" cy="2631440"/>
            </a:xfrm>
            <a:custGeom>
              <a:avLst/>
              <a:gdLst/>
              <a:ahLst/>
              <a:cxnLst/>
              <a:rect l="l" t="t" r="r" b="b"/>
              <a:pathLst>
                <a:path w="3865244" h="2631440">
                  <a:moveTo>
                    <a:pt x="1510669" y="2631268"/>
                  </a:moveTo>
                  <a:lnTo>
                    <a:pt x="1557023" y="2621690"/>
                  </a:lnTo>
                  <a:lnTo>
                    <a:pt x="1595238" y="2601738"/>
                  </a:lnTo>
                  <a:lnTo>
                    <a:pt x="3865240" y="842177"/>
                  </a:lnTo>
                  <a:lnTo>
                    <a:pt x="3865240" y="567330"/>
                  </a:lnTo>
                  <a:lnTo>
                    <a:pt x="3634596" y="464713"/>
                  </a:lnTo>
                  <a:lnTo>
                    <a:pt x="3617597" y="477890"/>
                  </a:lnTo>
                  <a:lnTo>
                    <a:pt x="3594987" y="489703"/>
                  </a:lnTo>
                  <a:lnTo>
                    <a:pt x="3567579" y="495369"/>
                  </a:lnTo>
                  <a:lnTo>
                    <a:pt x="3538768" y="494592"/>
                  </a:lnTo>
                  <a:lnTo>
                    <a:pt x="3511951" y="487076"/>
                  </a:lnTo>
                  <a:lnTo>
                    <a:pt x="2973255" y="247405"/>
                  </a:lnTo>
                  <a:lnTo>
                    <a:pt x="2953677" y="234280"/>
                  </a:lnTo>
                  <a:lnTo>
                    <a:pt x="2944605" y="218203"/>
                  </a:lnTo>
                  <a:lnTo>
                    <a:pt x="2946475" y="201174"/>
                  </a:lnTo>
                  <a:lnTo>
                    <a:pt x="2959720" y="185193"/>
                  </a:lnTo>
                  <a:lnTo>
                    <a:pt x="2976719" y="172017"/>
                  </a:lnTo>
                  <a:lnTo>
                    <a:pt x="2621476" y="13968"/>
                  </a:lnTo>
                  <a:lnTo>
                    <a:pt x="2576204" y="1300"/>
                  </a:lnTo>
                  <a:lnTo>
                    <a:pt x="2527503" y="0"/>
                  </a:lnTo>
                  <a:lnTo>
                    <a:pt x="2481165" y="9564"/>
                  </a:lnTo>
                  <a:lnTo>
                    <a:pt x="2442983" y="29490"/>
                  </a:lnTo>
                  <a:lnTo>
                    <a:pt x="2330053" y="117026"/>
                  </a:lnTo>
                  <a:lnTo>
                    <a:pt x="2333722" y="127311"/>
                  </a:lnTo>
                  <a:lnTo>
                    <a:pt x="2336808" y="137481"/>
                  </a:lnTo>
                  <a:lnTo>
                    <a:pt x="2339264" y="147523"/>
                  </a:lnTo>
                  <a:lnTo>
                    <a:pt x="2341042" y="157421"/>
                  </a:lnTo>
                  <a:lnTo>
                    <a:pt x="2320679" y="348039"/>
                  </a:lnTo>
                  <a:lnTo>
                    <a:pt x="2244463" y="550764"/>
                  </a:lnTo>
                  <a:lnTo>
                    <a:pt x="2162206" y="711829"/>
                  </a:lnTo>
                  <a:lnTo>
                    <a:pt x="2123717" y="777466"/>
                  </a:lnTo>
                  <a:lnTo>
                    <a:pt x="2151503" y="1424447"/>
                  </a:lnTo>
                  <a:lnTo>
                    <a:pt x="2151881" y="1428584"/>
                  </a:lnTo>
                  <a:lnTo>
                    <a:pt x="2152081" y="1432725"/>
                  </a:lnTo>
                  <a:lnTo>
                    <a:pt x="2152036" y="1436870"/>
                  </a:lnTo>
                  <a:lnTo>
                    <a:pt x="2144985" y="1476929"/>
                  </a:lnTo>
                  <a:lnTo>
                    <a:pt x="2124689" y="1515810"/>
                  </a:lnTo>
                  <a:lnTo>
                    <a:pt x="2091150" y="1552329"/>
                  </a:lnTo>
                  <a:lnTo>
                    <a:pt x="2044371" y="1585304"/>
                  </a:lnTo>
                  <a:lnTo>
                    <a:pt x="2003329" y="1605764"/>
                  </a:lnTo>
                  <a:lnTo>
                    <a:pt x="1958717" y="1622154"/>
                  </a:lnTo>
                  <a:lnTo>
                    <a:pt x="1911333" y="1634471"/>
                  </a:lnTo>
                  <a:lnTo>
                    <a:pt x="1861975" y="1642714"/>
                  </a:lnTo>
                  <a:lnTo>
                    <a:pt x="1811442" y="1646883"/>
                  </a:lnTo>
                  <a:lnTo>
                    <a:pt x="1760532" y="1646975"/>
                  </a:lnTo>
                  <a:lnTo>
                    <a:pt x="1710043" y="1642989"/>
                  </a:lnTo>
                  <a:lnTo>
                    <a:pt x="1660774" y="1634923"/>
                  </a:lnTo>
                  <a:lnTo>
                    <a:pt x="1613522" y="1622776"/>
                  </a:lnTo>
                  <a:lnTo>
                    <a:pt x="1569087" y="1606548"/>
                  </a:lnTo>
                  <a:lnTo>
                    <a:pt x="1528266" y="1586235"/>
                  </a:lnTo>
                  <a:lnTo>
                    <a:pt x="1483878" y="1555189"/>
                  </a:lnTo>
                  <a:lnTo>
                    <a:pt x="1451457" y="1520852"/>
                  </a:lnTo>
                  <a:lnTo>
                    <a:pt x="1430995" y="1484235"/>
                  </a:lnTo>
                  <a:lnTo>
                    <a:pt x="1422484" y="1446351"/>
                  </a:lnTo>
                  <a:lnTo>
                    <a:pt x="1425916" y="1408212"/>
                  </a:lnTo>
                  <a:lnTo>
                    <a:pt x="1463364" y="799736"/>
                  </a:lnTo>
                  <a:lnTo>
                    <a:pt x="1460825" y="797666"/>
                  </a:lnTo>
                  <a:lnTo>
                    <a:pt x="1456773" y="793935"/>
                  </a:lnTo>
                  <a:lnTo>
                    <a:pt x="25517" y="1903356"/>
                  </a:lnTo>
                  <a:lnTo>
                    <a:pt x="3154" y="1930361"/>
                  </a:lnTo>
                  <a:lnTo>
                    <a:pt x="0" y="1959159"/>
                  </a:lnTo>
                  <a:lnTo>
                    <a:pt x="15307" y="1986344"/>
                  </a:lnTo>
                  <a:lnTo>
                    <a:pt x="48327" y="2008509"/>
                  </a:lnTo>
                  <a:lnTo>
                    <a:pt x="1416688" y="2617306"/>
                  </a:lnTo>
                  <a:lnTo>
                    <a:pt x="1461962" y="2629973"/>
                  </a:lnTo>
                  <a:lnTo>
                    <a:pt x="1510669" y="2631268"/>
                  </a:lnTo>
                  <a:close/>
                </a:path>
              </a:pathLst>
            </a:custGeom>
            <a:solidFill>
              <a:srgbClr val="008BEF"/>
            </a:solidFill>
          </p:spPr>
          <p:txBody>
            <a:bodyPr wrap="square" lIns="0" tIns="0" rIns="0" bIns="0" rtlCol="0"/>
            <a:lstStyle/>
            <a:p>
              <a:endParaRPr/>
            </a:p>
          </p:txBody>
        </p:sp>
        <p:sp>
          <p:nvSpPr>
            <p:cNvPr id="5" name="object 5"/>
            <p:cNvSpPr/>
            <p:nvPr/>
          </p:nvSpPr>
          <p:spPr>
            <a:xfrm>
              <a:off x="15587059" y="7302972"/>
              <a:ext cx="2701290" cy="2984500"/>
            </a:xfrm>
            <a:custGeom>
              <a:avLst/>
              <a:gdLst/>
              <a:ahLst/>
              <a:cxnLst/>
              <a:rect l="l" t="t" r="r" b="b"/>
              <a:pathLst>
                <a:path w="2701290" h="2984500">
                  <a:moveTo>
                    <a:pt x="2231826" y="1508846"/>
                  </a:moveTo>
                  <a:lnTo>
                    <a:pt x="2431418" y="1508846"/>
                  </a:lnTo>
                  <a:lnTo>
                    <a:pt x="2423993" y="1507421"/>
                  </a:lnTo>
                  <a:lnTo>
                    <a:pt x="2418315" y="1502432"/>
                  </a:lnTo>
                  <a:lnTo>
                    <a:pt x="2416052" y="1494697"/>
                  </a:lnTo>
                  <a:lnTo>
                    <a:pt x="2416052" y="1454604"/>
                  </a:lnTo>
                  <a:lnTo>
                    <a:pt x="2420104" y="1446337"/>
                  </a:lnTo>
                  <a:lnTo>
                    <a:pt x="2550999" y="1344876"/>
                  </a:lnTo>
                  <a:lnTo>
                    <a:pt x="2558698" y="1341833"/>
                  </a:lnTo>
                  <a:lnTo>
                    <a:pt x="2647026" y="1341833"/>
                  </a:lnTo>
                  <a:lnTo>
                    <a:pt x="2639602" y="1340407"/>
                  </a:lnTo>
                  <a:lnTo>
                    <a:pt x="2633924" y="1335418"/>
                  </a:lnTo>
                  <a:lnTo>
                    <a:pt x="2631661" y="1327682"/>
                  </a:lnTo>
                  <a:lnTo>
                    <a:pt x="2631661" y="1287589"/>
                  </a:lnTo>
                  <a:lnTo>
                    <a:pt x="2635713" y="1279325"/>
                  </a:lnTo>
                  <a:lnTo>
                    <a:pt x="2700940" y="1228764"/>
                  </a:lnTo>
                  <a:lnTo>
                    <a:pt x="2700940" y="1145219"/>
                  </a:lnTo>
                  <a:lnTo>
                    <a:pt x="2231826" y="1508846"/>
                  </a:lnTo>
                  <a:close/>
                </a:path>
                <a:path w="2701290" h="2984500">
                  <a:moveTo>
                    <a:pt x="546372" y="2984027"/>
                  </a:moveTo>
                  <a:lnTo>
                    <a:pt x="639754" y="2984027"/>
                  </a:lnTo>
                  <a:lnTo>
                    <a:pt x="2700940" y="1386326"/>
                  </a:lnTo>
                  <a:lnTo>
                    <a:pt x="2700940" y="1302905"/>
                  </a:lnTo>
                  <a:lnTo>
                    <a:pt x="2654530" y="1338879"/>
                  </a:lnTo>
                  <a:lnTo>
                    <a:pt x="2647026" y="1341833"/>
                  </a:lnTo>
                  <a:lnTo>
                    <a:pt x="2557965" y="1341833"/>
                  </a:lnTo>
                  <a:lnTo>
                    <a:pt x="2565859" y="1343316"/>
                  </a:lnTo>
                  <a:lnTo>
                    <a:pt x="2571544" y="1348247"/>
                  </a:lnTo>
                  <a:lnTo>
                    <a:pt x="2573866" y="1355925"/>
                  </a:lnTo>
                  <a:lnTo>
                    <a:pt x="2574183" y="1386326"/>
                  </a:lnTo>
                  <a:lnTo>
                    <a:pt x="2574281" y="1395722"/>
                  </a:lnTo>
                  <a:lnTo>
                    <a:pt x="2570222" y="1404116"/>
                  </a:lnTo>
                  <a:lnTo>
                    <a:pt x="2438921" y="1505892"/>
                  </a:lnTo>
                  <a:lnTo>
                    <a:pt x="2431418" y="1508846"/>
                  </a:lnTo>
                  <a:lnTo>
                    <a:pt x="2231826" y="1508846"/>
                  </a:lnTo>
                  <a:lnTo>
                    <a:pt x="2183166" y="1546564"/>
                  </a:lnTo>
                  <a:lnTo>
                    <a:pt x="2293858" y="1546564"/>
                  </a:lnTo>
                  <a:lnTo>
                    <a:pt x="2301256" y="1547953"/>
                  </a:lnTo>
                  <a:lnTo>
                    <a:pt x="2306941" y="1552885"/>
                  </a:lnTo>
                  <a:lnTo>
                    <a:pt x="2309264" y="1560562"/>
                  </a:lnTo>
                  <a:lnTo>
                    <a:pt x="2309679" y="1600360"/>
                  </a:lnTo>
                  <a:lnTo>
                    <a:pt x="2305618" y="1608754"/>
                  </a:lnTo>
                  <a:lnTo>
                    <a:pt x="2174317" y="1710531"/>
                  </a:lnTo>
                  <a:lnTo>
                    <a:pt x="2166814" y="1713485"/>
                  </a:lnTo>
                  <a:lnTo>
                    <a:pt x="1967823" y="1713485"/>
                  </a:lnTo>
                  <a:lnTo>
                    <a:pt x="544627" y="2816656"/>
                  </a:lnTo>
                  <a:lnTo>
                    <a:pt x="546372" y="2984027"/>
                  </a:lnTo>
                  <a:close/>
                </a:path>
                <a:path w="2701290" h="2984500">
                  <a:moveTo>
                    <a:pt x="1967823" y="1713485"/>
                  </a:moveTo>
                  <a:lnTo>
                    <a:pt x="2166814" y="1713485"/>
                  </a:lnTo>
                  <a:lnTo>
                    <a:pt x="2159389" y="1712059"/>
                  </a:lnTo>
                  <a:lnTo>
                    <a:pt x="2153711" y="1707070"/>
                  </a:lnTo>
                  <a:lnTo>
                    <a:pt x="2151448" y="1699335"/>
                  </a:lnTo>
                  <a:lnTo>
                    <a:pt x="2151448" y="1659241"/>
                  </a:lnTo>
                  <a:lnTo>
                    <a:pt x="2155500" y="1650976"/>
                  </a:lnTo>
                  <a:lnTo>
                    <a:pt x="2286395" y="1549514"/>
                  </a:lnTo>
                  <a:lnTo>
                    <a:pt x="2293858" y="1546564"/>
                  </a:lnTo>
                  <a:lnTo>
                    <a:pt x="2183166" y="1546564"/>
                  </a:lnTo>
                  <a:lnTo>
                    <a:pt x="1967823" y="1713485"/>
                  </a:lnTo>
                  <a:close/>
                </a:path>
                <a:path w="2701290" h="2984500">
                  <a:moveTo>
                    <a:pt x="149887" y="422934"/>
                  </a:moveTo>
                  <a:lnTo>
                    <a:pt x="187140" y="419394"/>
                  </a:lnTo>
                  <a:lnTo>
                    <a:pt x="220960" y="409361"/>
                  </a:lnTo>
                  <a:lnTo>
                    <a:pt x="250194" y="393716"/>
                  </a:lnTo>
                  <a:lnTo>
                    <a:pt x="273692" y="373338"/>
                  </a:lnTo>
                  <a:lnTo>
                    <a:pt x="270463" y="366684"/>
                  </a:lnTo>
                  <a:lnTo>
                    <a:pt x="267450" y="359497"/>
                  </a:lnTo>
                  <a:lnTo>
                    <a:pt x="264695" y="351861"/>
                  </a:lnTo>
                  <a:lnTo>
                    <a:pt x="255214" y="317268"/>
                  </a:lnTo>
                  <a:lnTo>
                    <a:pt x="255128" y="316958"/>
                  </a:lnTo>
                  <a:lnTo>
                    <a:pt x="250668" y="276086"/>
                  </a:lnTo>
                  <a:lnTo>
                    <a:pt x="253051" y="229053"/>
                  </a:lnTo>
                  <a:lnTo>
                    <a:pt x="263902" y="176206"/>
                  </a:lnTo>
                  <a:lnTo>
                    <a:pt x="279264" y="134941"/>
                  </a:lnTo>
                  <a:lnTo>
                    <a:pt x="299777" y="100796"/>
                  </a:lnTo>
                  <a:lnTo>
                    <a:pt x="299777" y="70087"/>
                  </a:lnTo>
                  <a:lnTo>
                    <a:pt x="297582" y="50683"/>
                  </a:lnTo>
                  <a:lnTo>
                    <a:pt x="291249" y="32359"/>
                  </a:lnTo>
                  <a:lnTo>
                    <a:pt x="281159" y="15377"/>
                  </a:lnTo>
                  <a:lnTo>
                    <a:pt x="267694" y="0"/>
                  </a:lnTo>
                  <a:lnTo>
                    <a:pt x="255226" y="31557"/>
                  </a:lnTo>
                  <a:lnTo>
                    <a:pt x="229363" y="57020"/>
                  </a:lnTo>
                  <a:lnTo>
                    <a:pt x="193214" y="74029"/>
                  </a:lnTo>
                  <a:lnTo>
                    <a:pt x="149887" y="80223"/>
                  </a:lnTo>
                  <a:lnTo>
                    <a:pt x="0" y="80223"/>
                  </a:lnTo>
                  <a:lnTo>
                    <a:pt x="0" y="138596"/>
                  </a:lnTo>
                  <a:lnTo>
                    <a:pt x="149894" y="138596"/>
                  </a:lnTo>
                  <a:lnTo>
                    <a:pt x="188207" y="143835"/>
                  </a:lnTo>
                  <a:lnTo>
                    <a:pt x="218121" y="157432"/>
                  </a:lnTo>
                  <a:lnTo>
                    <a:pt x="237578" y="176206"/>
                  </a:lnTo>
                  <a:lnTo>
                    <a:pt x="244521" y="196977"/>
                  </a:lnTo>
                  <a:lnTo>
                    <a:pt x="244521" y="309323"/>
                  </a:lnTo>
                  <a:lnTo>
                    <a:pt x="214413" y="351194"/>
                  </a:lnTo>
                  <a:lnTo>
                    <a:pt x="174486" y="365618"/>
                  </a:lnTo>
                  <a:lnTo>
                    <a:pt x="149894" y="367704"/>
                  </a:lnTo>
                  <a:lnTo>
                    <a:pt x="22971" y="367704"/>
                  </a:lnTo>
                  <a:lnTo>
                    <a:pt x="28919" y="376422"/>
                  </a:lnTo>
                  <a:lnTo>
                    <a:pt x="61365" y="401014"/>
                  </a:lnTo>
                  <a:lnTo>
                    <a:pt x="102511" y="417142"/>
                  </a:lnTo>
                  <a:lnTo>
                    <a:pt x="149887" y="422934"/>
                  </a:lnTo>
                  <a:close/>
                </a:path>
                <a:path w="2701290" h="2984500">
                  <a:moveTo>
                    <a:pt x="0" y="80223"/>
                  </a:moveTo>
                  <a:lnTo>
                    <a:pt x="149887" y="80223"/>
                  </a:lnTo>
                  <a:lnTo>
                    <a:pt x="106564" y="74029"/>
                  </a:lnTo>
                  <a:lnTo>
                    <a:pt x="70416" y="57020"/>
                  </a:lnTo>
                  <a:lnTo>
                    <a:pt x="44552" y="31557"/>
                  </a:lnTo>
                  <a:lnTo>
                    <a:pt x="32081" y="0"/>
                  </a:lnTo>
                  <a:lnTo>
                    <a:pt x="18617" y="15377"/>
                  </a:lnTo>
                  <a:lnTo>
                    <a:pt x="8528" y="32359"/>
                  </a:lnTo>
                  <a:lnTo>
                    <a:pt x="2195" y="50683"/>
                  </a:lnTo>
                  <a:lnTo>
                    <a:pt x="0" y="70087"/>
                  </a:lnTo>
                  <a:lnTo>
                    <a:pt x="0" y="80223"/>
                  </a:lnTo>
                  <a:close/>
                </a:path>
                <a:path w="2701290" h="2984500">
                  <a:moveTo>
                    <a:pt x="22971" y="367704"/>
                  </a:moveTo>
                  <a:lnTo>
                    <a:pt x="149894" y="367704"/>
                  </a:lnTo>
                  <a:lnTo>
                    <a:pt x="111581" y="362466"/>
                  </a:lnTo>
                  <a:lnTo>
                    <a:pt x="81667" y="348869"/>
                  </a:lnTo>
                  <a:lnTo>
                    <a:pt x="62210" y="330095"/>
                  </a:lnTo>
                  <a:lnTo>
                    <a:pt x="55267" y="309323"/>
                  </a:lnTo>
                  <a:lnTo>
                    <a:pt x="55267" y="196977"/>
                  </a:lnTo>
                  <a:lnTo>
                    <a:pt x="62210" y="176206"/>
                  </a:lnTo>
                  <a:lnTo>
                    <a:pt x="81667" y="157432"/>
                  </a:lnTo>
                  <a:lnTo>
                    <a:pt x="111581" y="143835"/>
                  </a:lnTo>
                  <a:lnTo>
                    <a:pt x="149894" y="138596"/>
                  </a:lnTo>
                  <a:lnTo>
                    <a:pt x="0" y="138596"/>
                  </a:lnTo>
                  <a:lnTo>
                    <a:pt x="0" y="309323"/>
                  </a:lnTo>
                  <a:lnTo>
                    <a:pt x="7641" y="345236"/>
                  </a:lnTo>
                  <a:lnTo>
                    <a:pt x="22971" y="367704"/>
                  </a:lnTo>
                  <a:close/>
                </a:path>
              </a:pathLst>
            </a:custGeom>
            <a:solidFill>
              <a:srgbClr val="FFFFFF"/>
            </a:solidFill>
          </p:spPr>
          <p:txBody>
            <a:bodyPr wrap="square" lIns="0" tIns="0" rIns="0" bIns="0" rtlCol="0"/>
            <a:lstStyle/>
            <a:p>
              <a:endParaRPr/>
            </a:p>
          </p:txBody>
        </p:sp>
        <p:pic>
          <p:nvPicPr>
            <p:cNvPr id="6" name="object 6"/>
            <p:cNvPicPr/>
            <p:nvPr/>
          </p:nvPicPr>
          <p:blipFill>
            <a:blip r:embed="rId3" cstate="print"/>
            <a:stretch>
              <a:fillRect/>
            </a:stretch>
          </p:blipFill>
          <p:spPr>
            <a:xfrm>
              <a:off x="14270459" y="6955014"/>
              <a:ext cx="4017540" cy="3331985"/>
            </a:xfrm>
            <a:prstGeom prst="rect">
              <a:avLst/>
            </a:prstGeom>
          </p:spPr>
        </p:pic>
      </p:grpSp>
      <p:grpSp>
        <p:nvGrpSpPr>
          <p:cNvPr id="8" name="object 8"/>
          <p:cNvGrpSpPr/>
          <p:nvPr/>
        </p:nvGrpSpPr>
        <p:grpSpPr>
          <a:xfrm>
            <a:off x="504913" y="0"/>
            <a:ext cx="17783175" cy="9258300"/>
            <a:chOff x="504913" y="0"/>
            <a:chExt cx="17783175" cy="9258300"/>
          </a:xfrm>
        </p:grpSpPr>
        <p:sp>
          <p:nvSpPr>
            <p:cNvPr id="9" name="object 9"/>
            <p:cNvSpPr/>
            <p:nvPr/>
          </p:nvSpPr>
          <p:spPr>
            <a:xfrm>
              <a:off x="10827147" y="0"/>
              <a:ext cx="7461250" cy="4410075"/>
            </a:xfrm>
            <a:custGeom>
              <a:avLst/>
              <a:gdLst/>
              <a:ahLst/>
              <a:cxnLst/>
              <a:rect l="l" t="t" r="r" b="b"/>
              <a:pathLst>
                <a:path w="7461250" h="4410075">
                  <a:moveTo>
                    <a:pt x="7460853" y="4409762"/>
                  </a:moveTo>
                  <a:lnTo>
                    <a:pt x="0" y="0"/>
                  </a:lnTo>
                  <a:lnTo>
                    <a:pt x="3684123" y="0"/>
                  </a:lnTo>
                  <a:lnTo>
                    <a:pt x="7460853" y="2232248"/>
                  </a:lnTo>
                  <a:lnTo>
                    <a:pt x="7460853" y="4409762"/>
                  </a:lnTo>
                  <a:close/>
                </a:path>
              </a:pathLst>
            </a:custGeom>
            <a:solidFill>
              <a:srgbClr val="FFDE58"/>
            </a:solidFill>
          </p:spPr>
          <p:txBody>
            <a:bodyPr wrap="square" lIns="0" tIns="0" rIns="0" bIns="0" rtlCol="0"/>
            <a:lstStyle/>
            <a:p>
              <a:endParaRPr/>
            </a:p>
          </p:txBody>
        </p:sp>
        <p:pic>
          <p:nvPicPr>
            <p:cNvPr id="10" name="object 10"/>
            <p:cNvPicPr/>
            <p:nvPr/>
          </p:nvPicPr>
          <p:blipFill>
            <a:blip r:embed="rId4" cstate="print"/>
            <a:stretch>
              <a:fillRect/>
            </a:stretch>
          </p:blipFill>
          <p:spPr>
            <a:xfrm>
              <a:off x="504913" y="2611"/>
              <a:ext cx="17783086" cy="9255688"/>
            </a:xfrm>
            <a:prstGeom prst="rect">
              <a:avLst/>
            </a:prstGeom>
          </p:spPr>
        </p:pic>
        <p:sp>
          <p:nvSpPr>
            <p:cNvPr id="11" name="object 11"/>
            <p:cNvSpPr/>
            <p:nvPr/>
          </p:nvSpPr>
          <p:spPr>
            <a:xfrm>
              <a:off x="1028699" y="281283"/>
              <a:ext cx="2787015" cy="502920"/>
            </a:xfrm>
            <a:custGeom>
              <a:avLst/>
              <a:gdLst/>
              <a:ahLst/>
              <a:cxnLst/>
              <a:rect l="l" t="t" r="r" b="b"/>
              <a:pathLst>
                <a:path w="2787015" h="502920">
                  <a:moveTo>
                    <a:pt x="2535850" y="502738"/>
                  </a:moveTo>
                  <a:lnTo>
                    <a:pt x="251369" y="502738"/>
                  </a:lnTo>
                  <a:lnTo>
                    <a:pt x="206185" y="498688"/>
                  </a:lnTo>
                  <a:lnTo>
                    <a:pt x="163658" y="487012"/>
                  </a:lnTo>
                  <a:lnTo>
                    <a:pt x="124498" y="468419"/>
                  </a:lnTo>
                  <a:lnTo>
                    <a:pt x="89415" y="443619"/>
                  </a:lnTo>
                  <a:lnTo>
                    <a:pt x="59118" y="413323"/>
                  </a:lnTo>
                  <a:lnTo>
                    <a:pt x="34319" y="378239"/>
                  </a:lnTo>
                  <a:lnTo>
                    <a:pt x="15726" y="339079"/>
                  </a:lnTo>
                  <a:lnTo>
                    <a:pt x="4049" y="296553"/>
                  </a:lnTo>
                  <a:lnTo>
                    <a:pt x="0" y="251369"/>
                  </a:lnTo>
                  <a:lnTo>
                    <a:pt x="4049" y="206185"/>
                  </a:lnTo>
                  <a:lnTo>
                    <a:pt x="15726" y="163658"/>
                  </a:lnTo>
                  <a:lnTo>
                    <a:pt x="34319" y="124498"/>
                  </a:lnTo>
                  <a:lnTo>
                    <a:pt x="59118" y="89415"/>
                  </a:lnTo>
                  <a:lnTo>
                    <a:pt x="89415" y="59118"/>
                  </a:lnTo>
                  <a:lnTo>
                    <a:pt x="124498" y="34319"/>
                  </a:lnTo>
                  <a:lnTo>
                    <a:pt x="163658" y="15726"/>
                  </a:lnTo>
                  <a:lnTo>
                    <a:pt x="206185" y="4049"/>
                  </a:lnTo>
                  <a:lnTo>
                    <a:pt x="251369" y="0"/>
                  </a:lnTo>
                  <a:lnTo>
                    <a:pt x="2535850" y="0"/>
                  </a:lnTo>
                  <a:lnTo>
                    <a:pt x="2581034" y="4049"/>
                  </a:lnTo>
                  <a:lnTo>
                    <a:pt x="2623561" y="15726"/>
                  </a:lnTo>
                  <a:lnTo>
                    <a:pt x="2662721" y="34319"/>
                  </a:lnTo>
                  <a:lnTo>
                    <a:pt x="2697804" y="59118"/>
                  </a:lnTo>
                  <a:lnTo>
                    <a:pt x="2728100" y="89415"/>
                  </a:lnTo>
                  <a:lnTo>
                    <a:pt x="2752900" y="124498"/>
                  </a:lnTo>
                  <a:lnTo>
                    <a:pt x="2771493" y="163658"/>
                  </a:lnTo>
                  <a:lnTo>
                    <a:pt x="2783169" y="206185"/>
                  </a:lnTo>
                  <a:lnTo>
                    <a:pt x="2786662" y="245156"/>
                  </a:lnTo>
                  <a:lnTo>
                    <a:pt x="2786662" y="257582"/>
                  </a:lnTo>
                  <a:lnTo>
                    <a:pt x="2783169" y="296553"/>
                  </a:lnTo>
                  <a:lnTo>
                    <a:pt x="2771493" y="339079"/>
                  </a:lnTo>
                  <a:lnTo>
                    <a:pt x="2752900" y="378239"/>
                  </a:lnTo>
                  <a:lnTo>
                    <a:pt x="2728100" y="413323"/>
                  </a:lnTo>
                  <a:lnTo>
                    <a:pt x="2697804" y="443619"/>
                  </a:lnTo>
                  <a:lnTo>
                    <a:pt x="2662721" y="468419"/>
                  </a:lnTo>
                  <a:lnTo>
                    <a:pt x="2623561" y="487012"/>
                  </a:lnTo>
                  <a:lnTo>
                    <a:pt x="2581034" y="498688"/>
                  </a:lnTo>
                  <a:lnTo>
                    <a:pt x="2535850" y="502738"/>
                  </a:lnTo>
                  <a:close/>
                </a:path>
              </a:pathLst>
            </a:custGeom>
            <a:solidFill>
              <a:srgbClr val="04D9B1"/>
            </a:solidFill>
          </p:spPr>
          <p:txBody>
            <a:bodyPr wrap="square" lIns="0" tIns="0" rIns="0" bIns="0" rtlCol="0"/>
            <a:lstStyle/>
            <a:p>
              <a:endParaRPr/>
            </a:p>
          </p:txBody>
        </p:sp>
      </p:grpSp>
      <p:sp>
        <p:nvSpPr>
          <p:cNvPr id="12" name="object 12" descr="$PPTXTitle"/>
          <p:cNvSpPr txBox="1">
            <a:spLocks noGrp="1"/>
          </p:cNvSpPr>
          <p:nvPr>
            <p:ph type="title"/>
          </p:nvPr>
        </p:nvSpPr>
        <p:spPr>
          <a:xfrm>
            <a:off x="1048384" y="2483538"/>
            <a:ext cx="8489315" cy="863600"/>
          </a:xfrm>
          <a:prstGeom prst="rect">
            <a:avLst/>
          </a:prstGeom>
        </p:spPr>
        <p:txBody>
          <a:bodyPr vert="horz" wrap="square" lIns="0" tIns="12700" rIns="0" bIns="0" rtlCol="0">
            <a:spAutoFit/>
          </a:bodyPr>
          <a:lstStyle/>
          <a:p>
            <a:pPr marL="12700" marR="5080">
              <a:lnSpc>
                <a:spcPct val="114599"/>
              </a:lnSpc>
              <a:spcBef>
                <a:spcPts val="100"/>
              </a:spcBef>
            </a:pPr>
            <a:r>
              <a:rPr sz="2400" spc="55" dirty="0">
                <a:solidFill>
                  <a:srgbClr val="FFFFFF"/>
                </a:solidFill>
                <a:latin typeface="Arial"/>
                <a:cs typeface="Arial"/>
              </a:rPr>
              <a:t>Existing</a:t>
            </a:r>
            <a:r>
              <a:rPr sz="2400" spc="-60" dirty="0">
                <a:solidFill>
                  <a:srgbClr val="FFFFFF"/>
                </a:solidFill>
                <a:latin typeface="Arial"/>
                <a:cs typeface="Arial"/>
              </a:rPr>
              <a:t> </a:t>
            </a:r>
            <a:r>
              <a:rPr sz="2400" spc="85" dirty="0">
                <a:solidFill>
                  <a:srgbClr val="FFFFFF"/>
                </a:solidFill>
                <a:latin typeface="Arial"/>
                <a:cs typeface="Arial"/>
              </a:rPr>
              <a:t>systems</a:t>
            </a:r>
            <a:r>
              <a:rPr sz="2400" spc="-60" dirty="0">
                <a:solidFill>
                  <a:srgbClr val="FFFFFF"/>
                </a:solidFill>
                <a:latin typeface="Arial"/>
                <a:cs typeface="Arial"/>
              </a:rPr>
              <a:t> </a:t>
            </a:r>
            <a:r>
              <a:rPr sz="2400" spc="114" dirty="0">
                <a:solidFill>
                  <a:srgbClr val="FFFFFF"/>
                </a:solidFill>
                <a:latin typeface="Arial"/>
                <a:cs typeface="Arial"/>
              </a:rPr>
              <a:t>focus</a:t>
            </a:r>
            <a:r>
              <a:rPr sz="2400" spc="-60" dirty="0">
                <a:solidFill>
                  <a:srgbClr val="FFFFFF"/>
                </a:solidFill>
                <a:latin typeface="Arial"/>
                <a:cs typeface="Arial"/>
              </a:rPr>
              <a:t> </a:t>
            </a:r>
            <a:r>
              <a:rPr sz="2400" spc="135" dirty="0">
                <a:solidFill>
                  <a:srgbClr val="FFFFFF"/>
                </a:solidFill>
                <a:latin typeface="Arial"/>
                <a:cs typeface="Arial"/>
              </a:rPr>
              <a:t>on</a:t>
            </a:r>
            <a:r>
              <a:rPr sz="2400" spc="-55" dirty="0">
                <a:solidFill>
                  <a:srgbClr val="FFFFFF"/>
                </a:solidFill>
                <a:latin typeface="Arial"/>
                <a:cs typeface="Arial"/>
              </a:rPr>
              <a:t> </a:t>
            </a:r>
            <a:r>
              <a:rPr sz="2400" spc="120" dirty="0">
                <a:solidFill>
                  <a:srgbClr val="FFFFFF"/>
                </a:solidFill>
                <a:latin typeface="Arial"/>
                <a:cs typeface="Arial"/>
              </a:rPr>
              <a:t>individual</a:t>
            </a:r>
            <a:r>
              <a:rPr sz="2400" spc="-60" dirty="0">
                <a:solidFill>
                  <a:srgbClr val="FFFFFF"/>
                </a:solidFill>
                <a:latin typeface="Arial"/>
                <a:cs typeface="Arial"/>
              </a:rPr>
              <a:t> </a:t>
            </a:r>
            <a:r>
              <a:rPr sz="2400" spc="105" dirty="0">
                <a:solidFill>
                  <a:srgbClr val="FFFFFF"/>
                </a:solidFill>
                <a:latin typeface="Arial"/>
                <a:cs typeface="Arial"/>
              </a:rPr>
              <a:t>healthcare</a:t>
            </a:r>
            <a:r>
              <a:rPr sz="2400" spc="-60" dirty="0">
                <a:solidFill>
                  <a:srgbClr val="FFFFFF"/>
                </a:solidFill>
                <a:latin typeface="Arial"/>
                <a:cs typeface="Arial"/>
              </a:rPr>
              <a:t> </a:t>
            </a:r>
            <a:r>
              <a:rPr sz="2400" spc="95" dirty="0">
                <a:solidFill>
                  <a:srgbClr val="FFFFFF"/>
                </a:solidFill>
                <a:latin typeface="Arial"/>
                <a:cs typeface="Arial"/>
              </a:rPr>
              <a:t>problems. </a:t>
            </a:r>
            <a:r>
              <a:rPr sz="2400" spc="60" dirty="0">
                <a:solidFill>
                  <a:srgbClr val="FFFFFF"/>
                </a:solidFill>
                <a:latin typeface="Arial"/>
                <a:cs typeface="Arial"/>
              </a:rPr>
              <a:t>Services</a:t>
            </a:r>
            <a:r>
              <a:rPr sz="2400" spc="-70" dirty="0">
                <a:solidFill>
                  <a:srgbClr val="FFFFFF"/>
                </a:solidFill>
                <a:latin typeface="Arial"/>
                <a:cs typeface="Arial"/>
              </a:rPr>
              <a:t> </a:t>
            </a:r>
            <a:r>
              <a:rPr sz="2400" spc="55" dirty="0">
                <a:solidFill>
                  <a:srgbClr val="FFFFFF"/>
                </a:solidFill>
                <a:latin typeface="Arial"/>
                <a:cs typeface="Arial"/>
              </a:rPr>
              <a:t>are</a:t>
            </a:r>
            <a:r>
              <a:rPr sz="2400" spc="-70" dirty="0">
                <a:solidFill>
                  <a:srgbClr val="FFFFFF"/>
                </a:solidFill>
                <a:latin typeface="Arial"/>
                <a:cs typeface="Arial"/>
              </a:rPr>
              <a:t> </a:t>
            </a:r>
            <a:r>
              <a:rPr sz="2400" spc="155" dirty="0">
                <a:solidFill>
                  <a:srgbClr val="FFFFFF"/>
                </a:solidFill>
                <a:latin typeface="Arial"/>
                <a:cs typeface="Arial"/>
              </a:rPr>
              <a:t>mostly</a:t>
            </a:r>
            <a:r>
              <a:rPr sz="2400" spc="-70" dirty="0">
                <a:solidFill>
                  <a:srgbClr val="FFFFFF"/>
                </a:solidFill>
                <a:latin typeface="Arial"/>
                <a:cs typeface="Arial"/>
              </a:rPr>
              <a:t> </a:t>
            </a:r>
            <a:r>
              <a:rPr sz="2400" spc="80" dirty="0">
                <a:solidFill>
                  <a:srgbClr val="FFFFFF"/>
                </a:solidFill>
                <a:latin typeface="Arial"/>
                <a:cs typeface="Arial"/>
              </a:rPr>
              <a:t>separate</a:t>
            </a:r>
            <a:r>
              <a:rPr sz="2400" spc="-65" dirty="0">
                <a:solidFill>
                  <a:srgbClr val="FFFFFF"/>
                </a:solidFill>
                <a:latin typeface="Arial"/>
                <a:cs typeface="Arial"/>
              </a:rPr>
              <a:t> </a:t>
            </a:r>
            <a:r>
              <a:rPr sz="2400" spc="85" dirty="0">
                <a:solidFill>
                  <a:srgbClr val="FFFFFF"/>
                </a:solidFill>
                <a:latin typeface="Arial"/>
                <a:cs typeface="Arial"/>
              </a:rPr>
              <a:t>solutions.</a:t>
            </a:r>
            <a:endParaRPr sz="2400">
              <a:latin typeface="Arial"/>
              <a:cs typeface="Arial"/>
            </a:endParaRPr>
          </a:p>
        </p:txBody>
      </p:sp>
      <p:sp>
        <p:nvSpPr>
          <p:cNvPr id="13" name="object 13"/>
          <p:cNvSpPr txBox="1"/>
          <p:nvPr/>
        </p:nvSpPr>
        <p:spPr>
          <a:xfrm>
            <a:off x="1048384" y="3321738"/>
            <a:ext cx="8472805" cy="2120900"/>
          </a:xfrm>
          <a:prstGeom prst="rect">
            <a:avLst/>
          </a:prstGeom>
        </p:spPr>
        <p:txBody>
          <a:bodyPr vert="horz" wrap="square" lIns="0" tIns="66040" rIns="0" bIns="0" rtlCol="0">
            <a:spAutoFit/>
          </a:bodyPr>
          <a:lstStyle/>
          <a:p>
            <a:pPr marL="12700">
              <a:lnSpc>
                <a:spcPct val="100000"/>
              </a:lnSpc>
              <a:spcBef>
                <a:spcPts val="520"/>
              </a:spcBef>
            </a:pPr>
            <a:r>
              <a:rPr sz="2400" dirty="0">
                <a:solidFill>
                  <a:srgbClr val="FFFFFF"/>
                </a:solidFill>
                <a:latin typeface="Arial"/>
                <a:cs typeface="Arial"/>
              </a:rPr>
              <a:t>Lack</a:t>
            </a:r>
            <a:r>
              <a:rPr sz="2400" spc="-55" dirty="0">
                <a:solidFill>
                  <a:srgbClr val="FFFFFF"/>
                </a:solidFill>
                <a:latin typeface="Arial"/>
                <a:cs typeface="Arial"/>
              </a:rPr>
              <a:t> </a:t>
            </a:r>
            <a:r>
              <a:rPr sz="2400" spc="190" dirty="0">
                <a:solidFill>
                  <a:srgbClr val="FFFFFF"/>
                </a:solidFill>
                <a:latin typeface="Arial"/>
                <a:cs typeface="Arial"/>
              </a:rPr>
              <a:t>of</a:t>
            </a:r>
            <a:r>
              <a:rPr sz="2400" spc="-50" dirty="0">
                <a:solidFill>
                  <a:srgbClr val="FFFFFF"/>
                </a:solidFill>
                <a:latin typeface="Arial"/>
                <a:cs typeface="Arial"/>
              </a:rPr>
              <a:t> </a:t>
            </a:r>
            <a:r>
              <a:rPr sz="2400" dirty="0">
                <a:solidFill>
                  <a:srgbClr val="FFFFFF"/>
                </a:solidFill>
                <a:latin typeface="Arial"/>
                <a:cs typeface="Arial"/>
              </a:rPr>
              <a:t>a</a:t>
            </a:r>
            <a:r>
              <a:rPr sz="2400" spc="-50" dirty="0">
                <a:solidFill>
                  <a:srgbClr val="FFFFFF"/>
                </a:solidFill>
                <a:latin typeface="Arial"/>
                <a:cs typeface="Arial"/>
              </a:rPr>
              <a:t> </a:t>
            </a:r>
            <a:r>
              <a:rPr sz="2400" spc="65" dirty="0">
                <a:solidFill>
                  <a:srgbClr val="FFFFFF"/>
                </a:solidFill>
                <a:latin typeface="Arial"/>
                <a:cs typeface="Arial"/>
              </a:rPr>
              <a:t>single</a:t>
            </a:r>
            <a:r>
              <a:rPr sz="2400" spc="-55" dirty="0">
                <a:solidFill>
                  <a:srgbClr val="FFFFFF"/>
                </a:solidFill>
                <a:latin typeface="Arial"/>
                <a:cs typeface="Arial"/>
              </a:rPr>
              <a:t> </a:t>
            </a:r>
            <a:r>
              <a:rPr sz="2400" spc="120" dirty="0">
                <a:solidFill>
                  <a:srgbClr val="FFFFFF"/>
                </a:solidFill>
                <a:latin typeface="Arial"/>
                <a:cs typeface="Arial"/>
              </a:rPr>
              <a:t>integrated</a:t>
            </a:r>
            <a:r>
              <a:rPr sz="2400" spc="-50" dirty="0">
                <a:solidFill>
                  <a:srgbClr val="FFFFFF"/>
                </a:solidFill>
                <a:latin typeface="Arial"/>
                <a:cs typeface="Arial"/>
              </a:rPr>
              <a:t> </a:t>
            </a:r>
            <a:r>
              <a:rPr sz="2400" dirty="0">
                <a:solidFill>
                  <a:srgbClr val="FFFFFF"/>
                </a:solidFill>
                <a:latin typeface="Arial"/>
                <a:cs typeface="Arial"/>
              </a:rPr>
              <a:t>AI</a:t>
            </a:r>
            <a:r>
              <a:rPr sz="2400" spc="-50" dirty="0">
                <a:solidFill>
                  <a:srgbClr val="FFFFFF"/>
                </a:solidFill>
                <a:latin typeface="Arial"/>
                <a:cs typeface="Arial"/>
              </a:rPr>
              <a:t> </a:t>
            </a:r>
            <a:r>
              <a:rPr sz="2400" spc="135" dirty="0">
                <a:solidFill>
                  <a:srgbClr val="FFFFFF"/>
                </a:solidFill>
                <a:latin typeface="Arial"/>
                <a:cs typeface="Arial"/>
              </a:rPr>
              <a:t>platform.</a:t>
            </a:r>
            <a:endParaRPr sz="2400">
              <a:latin typeface="Arial"/>
              <a:cs typeface="Arial"/>
            </a:endParaRPr>
          </a:p>
          <a:p>
            <a:pPr marL="12700" marR="5080">
              <a:lnSpc>
                <a:spcPct val="114599"/>
              </a:lnSpc>
            </a:pPr>
            <a:r>
              <a:rPr sz="2400" spc="130" dirty="0">
                <a:solidFill>
                  <a:srgbClr val="FFFFFF"/>
                </a:solidFill>
                <a:latin typeface="Arial"/>
                <a:cs typeface="Arial"/>
              </a:rPr>
              <a:t>Limited</a:t>
            </a:r>
            <a:r>
              <a:rPr sz="2400" spc="-65" dirty="0">
                <a:solidFill>
                  <a:srgbClr val="FFFFFF"/>
                </a:solidFill>
                <a:latin typeface="Arial"/>
                <a:cs typeface="Arial"/>
              </a:rPr>
              <a:t> </a:t>
            </a:r>
            <a:r>
              <a:rPr sz="2400" spc="114" dirty="0">
                <a:solidFill>
                  <a:srgbClr val="FFFFFF"/>
                </a:solidFill>
                <a:latin typeface="Arial"/>
                <a:cs typeface="Arial"/>
              </a:rPr>
              <a:t>focus</a:t>
            </a:r>
            <a:r>
              <a:rPr sz="2400" spc="-65" dirty="0">
                <a:solidFill>
                  <a:srgbClr val="FFFFFF"/>
                </a:solidFill>
                <a:latin typeface="Arial"/>
                <a:cs typeface="Arial"/>
              </a:rPr>
              <a:t> </a:t>
            </a:r>
            <a:r>
              <a:rPr sz="2400" spc="135" dirty="0">
                <a:solidFill>
                  <a:srgbClr val="FFFFFF"/>
                </a:solidFill>
                <a:latin typeface="Arial"/>
                <a:cs typeface="Arial"/>
              </a:rPr>
              <a:t>on</a:t>
            </a:r>
            <a:r>
              <a:rPr sz="2400" spc="-65" dirty="0">
                <a:solidFill>
                  <a:srgbClr val="FFFFFF"/>
                </a:solidFill>
                <a:latin typeface="Arial"/>
                <a:cs typeface="Arial"/>
              </a:rPr>
              <a:t> </a:t>
            </a:r>
            <a:r>
              <a:rPr sz="2400" spc="120" dirty="0">
                <a:solidFill>
                  <a:srgbClr val="FFFFFF"/>
                </a:solidFill>
                <a:latin typeface="Arial"/>
                <a:cs typeface="Arial"/>
              </a:rPr>
              <a:t>rural</a:t>
            </a:r>
            <a:r>
              <a:rPr sz="2400" spc="-65" dirty="0">
                <a:solidFill>
                  <a:srgbClr val="FFFFFF"/>
                </a:solidFill>
                <a:latin typeface="Arial"/>
                <a:cs typeface="Arial"/>
              </a:rPr>
              <a:t> </a:t>
            </a:r>
            <a:r>
              <a:rPr sz="2400" dirty="0">
                <a:solidFill>
                  <a:srgbClr val="FFFFFF"/>
                </a:solidFill>
                <a:latin typeface="Arial"/>
                <a:cs typeface="Arial"/>
              </a:rPr>
              <a:t>&amp;</a:t>
            </a:r>
            <a:r>
              <a:rPr sz="2400" spc="-65" dirty="0">
                <a:solidFill>
                  <a:srgbClr val="FFFFFF"/>
                </a:solidFill>
                <a:latin typeface="Arial"/>
                <a:cs typeface="Arial"/>
              </a:rPr>
              <a:t> </a:t>
            </a:r>
            <a:r>
              <a:rPr sz="2400" spc="110" dirty="0">
                <a:solidFill>
                  <a:srgbClr val="FFFFFF"/>
                </a:solidFill>
                <a:latin typeface="Arial"/>
                <a:cs typeface="Arial"/>
              </a:rPr>
              <a:t>underserved</a:t>
            </a:r>
            <a:r>
              <a:rPr sz="2400" spc="-60" dirty="0">
                <a:solidFill>
                  <a:srgbClr val="FFFFFF"/>
                </a:solidFill>
                <a:latin typeface="Arial"/>
                <a:cs typeface="Arial"/>
              </a:rPr>
              <a:t> </a:t>
            </a:r>
            <a:r>
              <a:rPr sz="2400" spc="100" dirty="0">
                <a:solidFill>
                  <a:srgbClr val="FFFFFF"/>
                </a:solidFill>
                <a:latin typeface="Arial"/>
                <a:cs typeface="Arial"/>
              </a:rPr>
              <a:t>communities. </a:t>
            </a:r>
            <a:r>
              <a:rPr sz="2400" spc="90" dirty="0">
                <a:solidFill>
                  <a:srgbClr val="FFFFFF"/>
                </a:solidFill>
                <a:latin typeface="Arial"/>
                <a:cs typeface="Arial"/>
              </a:rPr>
              <a:t>Proposed</a:t>
            </a:r>
            <a:r>
              <a:rPr sz="2400" spc="-60" dirty="0">
                <a:solidFill>
                  <a:srgbClr val="FFFFFF"/>
                </a:solidFill>
                <a:latin typeface="Arial"/>
                <a:cs typeface="Arial"/>
              </a:rPr>
              <a:t> </a:t>
            </a:r>
            <a:r>
              <a:rPr sz="2400" spc="110" dirty="0">
                <a:solidFill>
                  <a:srgbClr val="FFFFFF"/>
                </a:solidFill>
                <a:latin typeface="Arial"/>
                <a:cs typeface="Arial"/>
              </a:rPr>
              <a:t>solution:</a:t>
            </a:r>
            <a:r>
              <a:rPr sz="2400" spc="-55" dirty="0">
                <a:solidFill>
                  <a:srgbClr val="FFFFFF"/>
                </a:solidFill>
                <a:latin typeface="Arial"/>
                <a:cs typeface="Arial"/>
              </a:rPr>
              <a:t> </a:t>
            </a:r>
            <a:r>
              <a:rPr sz="2400" spc="114" dirty="0">
                <a:solidFill>
                  <a:srgbClr val="FFFFFF"/>
                </a:solidFill>
                <a:latin typeface="Arial"/>
                <a:cs typeface="Arial"/>
              </a:rPr>
              <a:t>Integrated</a:t>
            </a:r>
            <a:r>
              <a:rPr sz="2400" spc="-55" dirty="0">
                <a:solidFill>
                  <a:srgbClr val="FFFFFF"/>
                </a:solidFill>
                <a:latin typeface="Arial"/>
                <a:cs typeface="Arial"/>
              </a:rPr>
              <a:t> </a:t>
            </a:r>
            <a:r>
              <a:rPr sz="2400" spc="105" dirty="0">
                <a:solidFill>
                  <a:srgbClr val="FFFFFF"/>
                </a:solidFill>
                <a:latin typeface="Arial"/>
                <a:cs typeface="Arial"/>
              </a:rPr>
              <a:t>healthcare</a:t>
            </a:r>
            <a:r>
              <a:rPr sz="2400" spc="-55" dirty="0">
                <a:solidFill>
                  <a:srgbClr val="FFFFFF"/>
                </a:solidFill>
                <a:latin typeface="Arial"/>
                <a:cs typeface="Arial"/>
              </a:rPr>
              <a:t> </a:t>
            </a:r>
            <a:r>
              <a:rPr sz="2400" spc="70" dirty="0">
                <a:solidFill>
                  <a:srgbClr val="FFFFFF"/>
                </a:solidFill>
                <a:latin typeface="Arial"/>
                <a:cs typeface="Arial"/>
              </a:rPr>
              <a:t>assistant. </a:t>
            </a:r>
            <a:r>
              <a:rPr sz="2400" spc="100" dirty="0">
                <a:solidFill>
                  <a:srgbClr val="FFFFFF"/>
                </a:solidFill>
                <a:latin typeface="Arial"/>
                <a:cs typeface="Arial"/>
              </a:rPr>
              <a:t>Includes</a:t>
            </a:r>
            <a:r>
              <a:rPr sz="2400" spc="-60" dirty="0">
                <a:solidFill>
                  <a:srgbClr val="FFFFFF"/>
                </a:solidFill>
                <a:latin typeface="Arial"/>
                <a:cs typeface="Arial"/>
              </a:rPr>
              <a:t> </a:t>
            </a:r>
            <a:r>
              <a:rPr sz="2400" spc="140" dirty="0">
                <a:solidFill>
                  <a:srgbClr val="FFFFFF"/>
                </a:solidFill>
                <a:latin typeface="Arial"/>
                <a:cs typeface="Arial"/>
              </a:rPr>
              <a:t>Symptom</a:t>
            </a:r>
            <a:r>
              <a:rPr sz="2400" spc="-60" dirty="0">
                <a:solidFill>
                  <a:srgbClr val="FFFFFF"/>
                </a:solidFill>
                <a:latin typeface="Arial"/>
                <a:cs typeface="Arial"/>
              </a:rPr>
              <a:t> </a:t>
            </a:r>
            <a:r>
              <a:rPr sz="2400" spc="45" dirty="0">
                <a:solidFill>
                  <a:srgbClr val="FFFFFF"/>
                </a:solidFill>
                <a:latin typeface="Arial"/>
                <a:cs typeface="Arial"/>
              </a:rPr>
              <a:t>Analysis,</a:t>
            </a:r>
            <a:r>
              <a:rPr sz="2400" spc="-60" dirty="0">
                <a:solidFill>
                  <a:srgbClr val="FFFFFF"/>
                </a:solidFill>
                <a:latin typeface="Arial"/>
                <a:cs typeface="Arial"/>
              </a:rPr>
              <a:t> </a:t>
            </a:r>
            <a:r>
              <a:rPr sz="2400" spc="55" dirty="0">
                <a:solidFill>
                  <a:srgbClr val="FFFFFF"/>
                </a:solidFill>
                <a:latin typeface="Arial"/>
                <a:cs typeface="Arial"/>
              </a:rPr>
              <a:t>Voice</a:t>
            </a:r>
            <a:r>
              <a:rPr sz="2400" spc="-55" dirty="0">
                <a:solidFill>
                  <a:srgbClr val="FFFFFF"/>
                </a:solidFill>
                <a:latin typeface="Arial"/>
                <a:cs typeface="Arial"/>
              </a:rPr>
              <a:t> </a:t>
            </a:r>
            <a:r>
              <a:rPr sz="2400" spc="125" dirty="0">
                <a:solidFill>
                  <a:srgbClr val="FFFFFF"/>
                </a:solidFill>
                <a:latin typeface="Arial"/>
                <a:cs typeface="Arial"/>
              </a:rPr>
              <a:t>Support,</a:t>
            </a:r>
            <a:r>
              <a:rPr sz="2400" spc="-60" dirty="0">
                <a:solidFill>
                  <a:srgbClr val="FFFFFF"/>
                </a:solidFill>
                <a:latin typeface="Arial"/>
                <a:cs typeface="Arial"/>
              </a:rPr>
              <a:t> </a:t>
            </a:r>
            <a:r>
              <a:rPr sz="2400" spc="50" dirty="0">
                <a:solidFill>
                  <a:srgbClr val="FFFFFF"/>
                </a:solidFill>
                <a:latin typeface="Arial"/>
                <a:cs typeface="Arial"/>
              </a:rPr>
              <a:t>Telemedicine, </a:t>
            </a:r>
            <a:r>
              <a:rPr sz="2400" spc="110" dirty="0">
                <a:solidFill>
                  <a:srgbClr val="FFFFFF"/>
                </a:solidFill>
                <a:latin typeface="Arial"/>
                <a:cs typeface="Arial"/>
              </a:rPr>
              <a:t>Medicine</a:t>
            </a:r>
            <a:r>
              <a:rPr sz="2400" spc="-75" dirty="0">
                <a:solidFill>
                  <a:srgbClr val="FFFFFF"/>
                </a:solidFill>
                <a:latin typeface="Arial"/>
                <a:cs typeface="Arial"/>
              </a:rPr>
              <a:t> </a:t>
            </a:r>
            <a:r>
              <a:rPr sz="2400" spc="45" dirty="0">
                <a:solidFill>
                  <a:srgbClr val="FFFFFF"/>
                </a:solidFill>
                <a:latin typeface="Arial"/>
                <a:cs typeface="Arial"/>
              </a:rPr>
              <a:t>Reminder,</a:t>
            </a:r>
            <a:r>
              <a:rPr sz="2400" spc="-70" dirty="0">
                <a:solidFill>
                  <a:srgbClr val="FFFFFF"/>
                </a:solidFill>
                <a:latin typeface="Arial"/>
                <a:cs typeface="Arial"/>
              </a:rPr>
              <a:t> </a:t>
            </a:r>
            <a:r>
              <a:rPr sz="2400" spc="-100" dirty="0">
                <a:solidFill>
                  <a:srgbClr val="FFFFFF"/>
                </a:solidFill>
                <a:latin typeface="Arial"/>
                <a:cs typeface="Arial"/>
              </a:rPr>
              <a:t>SOS</a:t>
            </a:r>
            <a:r>
              <a:rPr sz="2400" spc="-70" dirty="0">
                <a:solidFill>
                  <a:srgbClr val="FFFFFF"/>
                </a:solidFill>
                <a:latin typeface="Arial"/>
                <a:cs typeface="Arial"/>
              </a:rPr>
              <a:t> </a:t>
            </a:r>
            <a:r>
              <a:rPr sz="2400" dirty="0">
                <a:solidFill>
                  <a:srgbClr val="FFFFFF"/>
                </a:solidFill>
                <a:latin typeface="Arial"/>
                <a:cs typeface="Arial"/>
              </a:rPr>
              <a:t>&amp;</a:t>
            </a:r>
            <a:r>
              <a:rPr sz="2400" spc="-70" dirty="0">
                <a:solidFill>
                  <a:srgbClr val="FFFFFF"/>
                </a:solidFill>
                <a:latin typeface="Arial"/>
                <a:cs typeface="Arial"/>
              </a:rPr>
              <a:t> </a:t>
            </a:r>
            <a:r>
              <a:rPr sz="2400" spc="55" dirty="0">
                <a:solidFill>
                  <a:srgbClr val="FFFFFF"/>
                </a:solidFill>
                <a:latin typeface="Arial"/>
                <a:cs typeface="Arial"/>
              </a:rPr>
              <a:t>Caregiver</a:t>
            </a:r>
            <a:r>
              <a:rPr sz="2400" spc="-70" dirty="0">
                <a:solidFill>
                  <a:srgbClr val="FFFFFF"/>
                </a:solidFill>
                <a:latin typeface="Arial"/>
                <a:cs typeface="Arial"/>
              </a:rPr>
              <a:t> </a:t>
            </a:r>
            <a:r>
              <a:rPr sz="2400" spc="114" dirty="0">
                <a:solidFill>
                  <a:srgbClr val="FFFFFF"/>
                </a:solidFill>
                <a:latin typeface="Arial"/>
                <a:cs typeface="Arial"/>
              </a:rPr>
              <a:t>Support.</a:t>
            </a:r>
            <a:endParaRPr sz="2400">
              <a:latin typeface="Arial"/>
              <a:cs typeface="Arial"/>
            </a:endParaRPr>
          </a:p>
        </p:txBody>
      </p:sp>
      <p:sp>
        <p:nvSpPr>
          <p:cNvPr id="14" name="object 14"/>
          <p:cNvSpPr txBox="1"/>
          <p:nvPr/>
        </p:nvSpPr>
        <p:spPr>
          <a:xfrm>
            <a:off x="8361726" y="7847583"/>
            <a:ext cx="2618105" cy="695960"/>
          </a:xfrm>
          <a:prstGeom prst="rect">
            <a:avLst/>
          </a:prstGeom>
        </p:spPr>
        <p:txBody>
          <a:bodyPr vert="horz" wrap="square" lIns="0" tIns="12700" rIns="0" bIns="0" rtlCol="0">
            <a:spAutoFit/>
          </a:bodyPr>
          <a:lstStyle/>
          <a:p>
            <a:pPr marL="12700">
              <a:lnSpc>
                <a:spcPct val="100000"/>
              </a:lnSpc>
              <a:spcBef>
                <a:spcPts val="100"/>
              </a:spcBef>
            </a:pPr>
            <a:r>
              <a:rPr sz="4400" spc="-434" dirty="0">
                <a:solidFill>
                  <a:srgbClr val="00124B"/>
                </a:solidFill>
                <a:latin typeface="Arial Black"/>
                <a:cs typeface="Arial Black"/>
              </a:rPr>
              <a:t>EXISTING</a:t>
            </a:r>
            <a:endParaRPr sz="4400">
              <a:latin typeface="Arial Black"/>
              <a:cs typeface="Arial Black"/>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2C29D"/>
          </a:solidFill>
        </p:spPr>
        <p:txBody>
          <a:bodyPr wrap="square" lIns="0" tIns="0" rIns="0" bIns="0" rtlCol="0"/>
          <a:lstStyle/>
          <a:p>
            <a:endParaRPr/>
          </a:p>
        </p:txBody>
      </p:sp>
      <p:sp>
        <p:nvSpPr>
          <p:cNvPr id="3" name="object 3"/>
          <p:cNvSpPr/>
          <p:nvPr/>
        </p:nvSpPr>
        <p:spPr>
          <a:xfrm>
            <a:off x="0" y="0"/>
            <a:ext cx="2908300" cy="2705735"/>
          </a:xfrm>
          <a:custGeom>
            <a:avLst/>
            <a:gdLst/>
            <a:ahLst/>
            <a:cxnLst/>
            <a:rect l="l" t="t" r="r" b="b"/>
            <a:pathLst>
              <a:path w="2908300" h="2705735">
                <a:moveTo>
                  <a:pt x="2906975" y="1847209"/>
                </a:moveTo>
                <a:lnTo>
                  <a:pt x="2907917" y="1889067"/>
                </a:lnTo>
                <a:lnTo>
                  <a:pt x="2907657" y="1930320"/>
                </a:lnTo>
                <a:lnTo>
                  <a:pt x="2906210" y="1970885"/>
                </a:lnTo>
                <a:lnTo>
                  <a:pt x="2903588" y="2010678"/>
                </a:lnTo>
                <a:lnTo>
                  <a:pt x="2899806" y="2049618"/>
                </a:lnTo>
                <a:lnTo>
                  <a:pt x="2894879" y="2087621"/>
                </a:lnTo>
                <a:lnTo>
                  <a:pt x="2881645" y="2160485"/>
                </a:lnTo>
                <a:lnTo>
                  <a:pt x="2863997" y="2228608"/>
                </a:lnTo>
                <a:lnTo>
                  <a:pt x="2842048" y="2291326"/>
                </a:lnTo>
                <a:lnTo>
                  <a:pt x="2815911" y="2347977"/>
                </a:lnTo>
                <a:lnTo>
                  <a:pt x="2785699" y="2397898"/>
                </a:lnTo>
                <a:lnTo>
                  <a:pt x="2751525" y="2440425"/>
                </a:lnTo>
                <a:lnTo>
                  <a:pt x="2708275" y="2480151"/>
                </a:lnTo>
                <a:lnTo>
                  <a:pt x="2654584" y="2521263"/>
                </a:lnTo>
                <a:lnTo>
                  <a:pt x="2595565" y="2559579"/>
                </a:lnTo>
                <a:lnTo>
                  <a:pt x="2531652" y="2594576"/>
                </a:lnTo>
                <a:lnTo>
                  <a:pt x="2463280" y="2625733"/>
                </a:lnTo>
                <a:lnTo>
                  <a:pt x="2427556" y="2639707"/>
                </a:lnTo>
                <a:lnTo>
                  <a:pt x="2390880" y="2652525"/>
                </a:lnTo>
                <a:lnTo>
                  <a:pt x="2353306" y="2664122"/>
                </a:lnTo>
                <a:lnTo>
                  <a:pt x="2314888" y="2674432"/>
                </a:lnTo>
                <a:lnTo>
                  <a:pt x="2275681" y="2683390"/>
                </a:lnTo>
                <a:lnTo>
                  <a:pt x="2235737" y="2690931"/>
                </a:lnTo>
                <a:lnTo>
                  <a:pt x="2195112" y="2696989"/>
                </a:lnTo>
                <a:lnTo>
                  <a:pt x="2153860" y="2701499"/>
                </a:lnTo>
                <a:lnTo>
                  <a:pt x="2113752" y="2704277"/>
                </a:lnTo>
                <a:lnTo>
                  <a:pt x="2069692" y="2705614"/>
                </a:lnTo>
                <a:lnTo>
                  <a:pt x="2026884" y="2705088"/>
                </a:lnTo>
                <a:lnTo>
                  <a:pt x="1983666" y="2702754"/>
                </a:lnTo>
                <a:lnTo>
                  <a:pt x="1940091" y="2698544"/>
                </a:lnTo>
                <a:lnTo>
                  <a:pt x="1896215" y="2692395"/>
                </a:lnTo>
                <a:lnTo>
                  <a:pt x="1852090" y="2684241"/>
                </a:lnTo>
                <a:lnTo>
                  <a:pt x="1807773" y="2674017"/>
                </a:lnTo>
                <a:lnTo>
                  <a:pt x="1763316" y="2661657"/>
                </a:lnTo>
                <a:lnTo>
                  <a:pt x="1718774" y="2647096"/>
                </a:lnTo>
                <a:lnTo>
                  <a:pt x="1674201" y="2630269"/>
                </a:lnTo>
                <a:lnTo>
                  <a:pt x="1629652" y="2611111"/>
                </a:lnTo>
                <a:lnTo>
                  <a:pt x="1585180" y="2589555"/>
                </a:lnTo>
                <a:lnTo>
                  <a:pt x="1540840" y="2565538"/>
                </a:lnTo>
                <a:lnTo>
                  <a:pt x="1496686" y="2538993"/>
                </a:lnTo>
                <a:lnTo>
                  <a:pt x="1452772" y="2509855"/>
                </a:lnTo>
                <a:lnTo>
                  <a:pt x="1409153" y="2478059"/>
                </a:lnTo>
                <a:lnTo>
                  <a:pt x="1365882" y="2443540"/>
                </a:lnTo>
                <a:lnTo>
                  <a:pt x="1323014" y="2406233"/>
                </a:lnTo>
                <a:lnTo>
                  <a:pt x="1280603" y="2366071"/>
                </a:lnTo>
                <a:lnTo>
                  <a:pt x="1238704" y="2322990"/>
                </a:lnTo>
                <a:lnTo>
                  <a:pt x="1197369" y="2276925"/>
                </a:lnTo>
                <a:lnTo>
                  <a:pt x="1156655" y="2227810"/>
                </a:lnTo>
                <a:lnTo>
                  <a:pt x="1139024" y="2208516"/>
                </a:lnTo>
                <a:lnTo>
                  <a:pt x="1096313" y="2176841"/>
                </a:lnTo>
                <a:lnTo>
                  <a:pt x="1044259" y="2153669"/>
                </a:lnTo>
                <a:lnTo>
                  <a:pt x="983566" y="2138143"/>
                </a:lnTo>
                <a:lnTo>
                  <a:pt x="914941" y="2129406"/>
                </a:lnTo>
                <a:lnTo>
                  <a:pt x="839089" y="2126603"/>
                </a:lnTo>
                <a:lnTo>
                  <a:pt x="798673" y="2127158"/>
                </a:lnTo>
                <a:lnTo>
                  <a:pt x="756716" y="2128875"/>
                </a:lnTo>
                <a:lnTo>
                  <a:pt x="713305" y="2131646"/>
                </a:lnTo>
                <a:lnTo>
                  <a:pt x="668528" y="2135365"/>
                </a:lnTo>
                <a:lnTo>
                  <a:pt x="622474" y="2139925"/>
                </a:lnTo>
                <a:lnTo>
                  <a:pt x="575231" y="2145218"/>
                </a:lnTo>
                <a:lnTo>
                  <a:pt x="526886" y="2151137"/>
                </a:lnTo>
                <a:lnTo>
                  <a:pt x="477530" y="2157576"/>
                </a:lnTo>
                <a:lnTo>
                  <a:pt x="427248" y="2164426"/>
                </a:lnTo>
                <a:lnTo>
                  <a:pt x="376131" y="2171582"/>
                </a:lnTo>
                <a:lnTo>
                  <a:pt x="271740" y="2186379"/>
                </a:lnTo>
                <a:lnTo>
                  <a:pt x="218643" y="2193807"/>
                </a:lnTo>
                <a:lnTo>
                  <a:pt x="165063" y="2201111"/>
                </a:lnTo>
                <a:lnTo>
                  <a:pt x="111087" y="2208184"/>
                </a:lnTo>
                <a:lnTo>
                  <a:pt x="56805" y="2214920"/>
                </a:lnTo>
                <a:lnTo>
                  <a:pt x="2304" y="2221211"/>
                </a:lnTo>
                <a:lnTo>
                  <a:pt x="0" y="2221453"/>
                </a:lnTo>
                <a:lnTo>
                  <a:pt x="0" y="0"/>
                </a:lnTo>
                <a:lnTo>
                  <a:pt x="1197792" y="0"/>
                </a:lnTo>
                <a:lnTo>
                  <a:pt x="1212030" y="26374"/>
                </a:lnTo>
                <a:lnTo>
                  <a:pt x="1232950" y="62937"/>
                </a:lnTo>
                <a:lnTo>
                  <a:pt x="1254255" y="97848"/>
                </a:lnTo>
                <a:lnTo>
                  <a:pt x="1275983" y="130999"/>
                </a:lnTo>
                <a:lnTo>
                  <a:pt x="1298175" y="162284"/>
                </a:lnTo>
                <a:lnTo>
                  <a:pt x="1349989" y="225848"/>
                </a:lnTo>
                <a:lnTo>
                  <a:pt x="1381559" y="259786"/>
                </a:lnTo>
                <a:lnTo>
                  <a:pt x="1415379" y="293283"/>
                </a:lnTo>
                <a:lnTo>
                  <a:pt x="1451254" y="326211"/>
                </a:lnTo>
                <a:lnTo>
                  <a:pt x="1488987" y="358441"/>
                </a:lnTo>
                <a:lnTo>
                  <a:pt x="1528381" y="389844"/>
                </a:lnTo>
                <a:lnTo>
                  <a:pt x="1569239" y="420293"/>
                </a:lnTo>
                <a:lnTo>
                  <a:pt x="1611366" y="449659"/>
                </a:lnTo>
                <a:lnTo>
                  <a:pt x="1654563" y="477813"/>
                </a:lnTo>
                <a:lnTo>
                  <a:pt x="1698634" y="504628"/>
                </a:lnTo>
                <a:lnTo>
                  <a:pt x="1743384" y="529974"/>
                </a:lnTo>
                <a:lnTo>
                  <a:pt x="1788614" y="553724"/>
                </a:lnTo>
                <a:lnTo>
                  <a:pt x="1834129" y="575748"/>
                </a:lnTo>
                <a:lnTo>
                  <a:pt x="1879732" y="595919"/>
                </a:lnTo>
                <a:lnTo>
                  <a:pt x="1925226" y="614109"/>
                </a:lnTo>
                <a:lnTo>
                  <a:pt x="1970414" y="630188"/>
                </a:lnTo>
                <a:lnTo>
                  <a:pt x="2015100" y="644028"/>
                </a:lnTo>
                <a:lnTo>
                  <a:pt x="2059087" y="655502"/>
                </a:lnTo>
                <a:lnTo>
                  <a:pt x="2109286" y="668638"/>
                </a:lnTo>
                <a:lnTo>
                  <a:pt x="2157803" y="683985"/>
                </a:lnTo>
                <a:lnTo>
                  <a:pt x="2204652" y="701462"/>
                </a:lnTo>
                <a:lnTo>
                  <a:pt x="2249849" y="720985"/>
                </a:lnTo>
                <a:lnTo>
                  <a:pt x="2293407" y="742472"/>
                </a:lnTo>
                <a:lnTo>
                  <a:pt x="2335340" y="765839"/>
                </a:lnTo>
                <a:lnTo>
                  <a:pt x="2375662" y="791004"/>
                </a:lnTo>
                <a:lnTo>
                  <a:pt x="2414387" y="817884"/>
                </a:lnTo>
                <a:lnTo>
                  <a:pt x="2451529" y="846395"/>
                </a:lnTo>
                <a:lnTo>
                  <a:pt x="2487104" y="876456"/>
                </a:lnTo>
                <a:lnTo>
                  <a:pt x="2521123" y="907983"/>
                </a:lnTo>
                <a:lnTo>
                  <a:pt x="2553603" y="940894"/>
                </a:lnTo>
                <a:lnTo>
                  <a:pt x="2584556" y="975105"/>
                </a:lnTo>
                <a:lnTo>
                  <a:pt x="2613997" y="1010534"/>
                </a:lnTo>
                <a:lnTo>
                  <a:pt x="2641940" y="1047097"/>
                </a:lnTo>
                <a:lnTo>
                  <a:pt x="2668399" y="1084713"/>
                </a:lnTo>
                <a:lnTo>
                  <a:pt x="2693388" y="1123297"/>
                </a:lnTo>
                <a:lnTo>
                  <a:pt x="2716921" y="1162768"/>
                </a:lnTo>
                <a:lnTo>
                  <a:pt x="2739013" y="1203042"/>
                </a:lnTo>
                <a:lnTo>
                  <a:pt x="2759677" y="1244037"/>
                </a:lnTo>
                <a:lnTo>
                  <a:pt x="2778928" y="1285669"/>
                </a:lnTo>
                <a:lnTo>
                  <a:pt x="2796779" y="1327856"/>
                </a:lnTo>
                <a:lnTo>
                  <a:pt x="2813245" y="1370515"/>
                </a:lnTo>
                <a:lnTo>
                  <a:pt x="2828340" y="1413563"/>
                </a:lnTo>
                <a:lnTo>
                  <a:pt x="2842078" y="1456917"/>
                </a:lnTo>
                <a:lnTo>
                  <a:pt x="2854473" y="1500494"/>
                </a:lnTo>
                <a:lnTo>
                  <a:pt x="2865539" y="1544212"/>
                </a:lnTo>
                <a:lnTo>
                  <a:pt x="2875290" y="1587987"/>
                </a:lnTo>
                <a:lnTo>
                  <a:pt x="2883740" y="1631738"/>
                </a:lnTo>
                <a:lnTo>
                  <a:pt x="2890904" y="1675380"/>
                </a:lnTo>
                <a:lnTo>
                  <a:pt x="2896795" y="1718831"/>
                </a:lnTo>
                <a:lnTo>
                  <a:pt x="2901428" y="1762008"/>
                </a:lnTo>
                <a:lnTo>
                  <a:pt x="2904817" y="1804828"/>
                </a:lnTo>
                <a:lnTo>
                  <a:pt x="2906975" y="1847209"/>
                </a:lnTo>
                <a:close/>
              </a:path>
            </a:pathLst>
          </a:custGeom>
          <a:solidFill>
            <a:srgbClr val="FFFFFF"/>
          </a:solidFill>
        </p:spPr>
        <p:txBody>
          <a:bodyPr wrap="square" lIns="0" tIns="0" rIns="0" bIns="0" rtlCol="0"/>
          <a:lstStyle/>
          <a:p>
            <a:endParaRPr/>
          </a:p>
        </p:txBody>
      </p:sp>
      <p:pic>
        <p:nvPicPr>
          <p:cNvPr id="7" name="object 7"/>
          <p:cNvPicPr/>
          <p:nvPr/>
        </p:nvPicPr>
        <p:blipFill>
          <a:blip r:embed="rId2" cstate="print"/>
          <a:stretch>
            <a:fillRect/>
          </a:stretch>
        </p:blipFill>
        <p:spPr>
          <a:xfrm>
            <a:off x="1501717" y="137599"/>
            <a:ext cx="4810125" cy="10149400"/>
          </a:xfrm>
          <a:prstGeom prst="rect">
            <a:avLst/>
          </a:prstGeom>
        </p:spPr>
      </p:pic>
      <p:sp>
        <p:nvSpPr>
          <p:cNvPr id="6" name="object 6"/>
          <p:cNvSpPr/>
          <p:nvPr/>
        </p:nvSpPr>
        <p:spPr>
          <a:xfrm>
            <a:off x="9430365" y="137598"/>
            <a:ext cx="6751955" cy="2098040"/>
          </a:xfrm>
          <a:custGeom>
            <a:avLst/>
            <a:gdLst/>
            <a:ahLst/>
            <a:cxnLst/>
            <a:rect l="l" t="t" r="r" b="b"/>
            <a:pathLst>
              <a:path w="6751955" h="2098040">
                <a:moveTo>
                  <a:pt x="6267750" y="2097660"/>
                </a:moveTo>
                <a:lnTo>
                  <a:pt x="485775" y="2097660"/>
                </a:lnTo>
                <a:lnTo>
                  <a:pt x="437762" y="2095283"/>
                </a:lnTo>
                <a:lnTo>
                  <a:pt x="390562" y="2088240"/>
                </a:lnTo>
                <a:lnTo>
                  <a:pt x="344494" y="2076663"/>
                </a:lnTo>
                <a:lnTo>
                  <a:pt x="299877" y="2060683"/>
                </a:lnTo>
                <a:lnTo>
                  <a:pt x="257028" y="2040433"/>
                </a:lnTo>
                <a:lnTo>
                  <a:pt x="216266" y="2016044"/>
                </a:lnTo>
                <a:lnTo>
                  <a:pt x="177911" y="1987649"/>
                </a:lnTo>
                <a:lnTo>
                  <a:pt x="142280" y="1955380"/>
                </a:lnTo>
                <a:lnTo>
                  <a:pt x="110011" y="1919749"/>
                </a:lnTo>
                <a:lnTo>
                  <a:pt x="81616" y="1881393"/>
                </a:lnTo>
                <a:lnTo>
                  <a:pt x="57227" y="1840632"/>
                </a:lnTo>
                <a:lnTo>
                  <a:pt x="36977" y="1797783"/>
                </a:lnTo>
                <a:lnTo>
                  <a:pt x="20997" y="1753166"/>
                </a:lnTo>
                <a:lnTo>
                  <a:pt x="9420" y="1707098"/>
                </a:lnTo>
                <a:lnTo>
                  <a:pt x="2377" y="1659898"/>
                </a:lnTo>
                <a:lnTo>
                  <a:pt x="0" y="1611885"/>
                </a:lnTo>
                <a:lnTo>
                  <a:pt x="0" y="485774"/>
                </a:lnTo>
                <a:lnTo>
                  <a:pt x="2377" y="437762"/>
                </a:lnTo>
                <a:lnTo>
                  <a:pt x="9420" y="390562"/>
                </a:lnTo>
                <a:lnTo>
                  <a:pt x="20997" y="344494"/>
                </a:lnTo>
                <a:lnTo>
                  <a:pt x="36977" y="299876"/>
                </a:lnTo>
                <a:lnTo>
                  <a:pt x="57227" y="257028"/>
                </a:lnTo>
                <a:lnTo>
                  <a:pt x="81616" y="216266"/>
                </a:lnTo>
                <a:lnTo>
                  <a:pt x="110011" y="177911"/>
                </a:lnTo>
                <a:lnTo>
                  <a:pt x="142280" y="142280"/>
                </a:lnTo>
                <a:lnTo>
                  <a:pt x="177911" y="110010"/>
                </a:lnTo>
                <a:lnTo>
                  <a:pt x="216266" y="81615"/>
                </a:lnTo>
                <a:lnTo>
                  <a:pt x="257028" y="57227"/>
                </a:lnTo>
                <a:lnTo>
                  <a:pt x="299877" y="36977"/>
                </a:lnTo>
                <a:lnTo>
                  <a:pt x="344494" y="20997"/>
                </a:lnTo>
                <a:lnTo>
                  <a:pt x="390562" y="9420"/>
                </a:lnTo>
                <a:lnTo>
                  <a:pt x="437762" y="2377"/>
                </a:lnTo>
                <a:lnTo>
                  <a:pt x="485775" y="0"/>
                </a:lnTo>
                <a:lnTo>
                  <a:pt x="6267750" y="0"/>
                </a:lnTo>
                <a:lnTo>
                  <a:pt x="6315763" y="2377"/>
                </a:lnTo>
                <a:lnTo>
                  <a:pt x="6362962" y="9420"/>
                </a:lnTo>
                <a:lnTo>
                  <a:pt x="6409030" y="20997"/>
                </a:lnTo>
                <a:lnTo>
                  <a:pt x="6453647" y="36977"/>
                </a:lnTo>
                <a:lnTo>
                  <a:pt x="6496496" y="57227"/>
                </a:lnTo>
                <a:lnTo>
                  <a:pt x="6537257" y="81615"/>
                </a:lnTo>
                <a:lnTo>
                  <a:pt x="6575612" y="110010"/>
                </a:lnTo>
                <a:lnTo>
                  <a:pt x="6611243" y="142280"/>
                </a:lnTo>
                <a:lnTo>
                  <a:pt x="6643513" y="177911"/>
                </a:lnTo>
                <a:lnTo>
                  <a:pt x="6671908" y="216266"/>
                </a:lnTo>
                <a:lnTo>
                  <a:pt x="6696296" y="257028"/>
                </a:lnTo>
                <a:lnTo>
                  <a:pt x="6716546" y="299876"/>
                </a:lnTo>
                <a:lnTo>
                  <a:pt x="6732526" y="344494"/>
                </a:lnTo>
                <a:lnTo>
                  <a:pt x="6744103" y="390562"/>
                </a:lnTo>
                <a:lnTo>
                  <a:pt x="6751146" y="437762"/>
                </a:lnTo>
                <a:lnTo>
                  <a:pt x="6751845" y="451869"/>
                </a:lnTo>
                <a:lnTo>
                  <a:pt x="6751845" y="1645791"/>
                </a:lnTo>
                <a:lnTo>
                  <a:pt x="6744103" y="1707098"/>
                </a:lnTo>
                <a:lnTo>
                  <a:pt x="6732526" y="1753166"/>
                </a:lnTo>
                <a:lnTo>
                  <a:pt x="6716546" y="1797783"/>
                </a:lnTo>
                <a:lnTo>
                  <a:pt x="6696296" y="1840632"/>
                </a:lnTo>
                <a:lnTo>
                  <a:pt x="6671908" y="1881393"/>
                </a:lnTo>
                <a:lnTo>
                  <a:pt x="6643513" y="1919749"/>
                </a:lnTo>
                <a:lnTo>
                  <a:pt x="6611243" y="1955380"/>
                </a:lnTo>
                <a:lnTo>
                  <a:pt x="6575612" y="1987649"/>
                </a:lnTo>
                <a:lnTo>
                  <a:pt x="6537257" y="2016044"/>
                </a:lnTo>
                <a:lnTo>
                  <a:pt x="6496496" y="2040433"/>
                </a:lnTo>
                <a:lnTo>
                  <a:pt x="6453647" y="2060683"/>
                </a:lnTo>
                <a:lnTo>
                  <a:pt x="6409030" y="2076663"/>
                </a:lnTo>
                <a:lnTo>
                  <a:pt x="6362962" y="2088240"/>
                </a:lnTo>
                <a:lnTo>
                  <a:pt x="6315763" y="2095283"/>
                </a:lnTo>
                <a:lnTo>
                  <a:pt x="6267750" y="2097660"/>
                </a:lnTo>
                <a:close/>
              </a:path>
            </a:pathLst>
          </a:custGeom>
          <a:solidFill>
            <a:srgbClr val="FFFFFF"/>
          </a:solidFill>
        </p:spPr>
        <p:txBody>
          <a:bodyPr wrap="square" lIns="0" tIns="0" rIns="0" bIns="0" rtlCol="0"/>
          <a:lstStyle/>
          <a:p>
            <a:endParaRPr/>
          </a:p>
        </p:txBody>
      </p:sp>
      <p:sp>
        <p:nvSpPr>
          <p:cNvPr id="8" name="object 8" descr="$PPTXTitle"/>
          <p:cNvSpPr txBox="1">
            <a:spLocks noGrp="1"/>
          </p:cNvSpPr>
          <p:nvPr>
            <p:ph type="title"/>
          </p:nvPr>
        </p:nvSpPr>
        <p:spPr>
          <a:prstGeom prst="rect">
            <a:avLst/>
          </a:prstGeom>
        </p:spPr>
        <p:txBody>
          <a:bodyPr vert="horz" wrap="square" lIns="0" tIns="210970" rIns="0" bIns="0" rtlCol="0">
            <a:spAutoFit/>
          </a:bodyPr>
          <a:lstStyle/>
          <a:p>
            <a:pPr marL="5172075">
              <a:lnSpc>
                <a:spcPct val="100000"/>
              </a:lnSpc>
              <a:spcBef>
                <a:spcPts val="100"/>
              </a:spcBef>
            </a:pPr>
            <a:r>
              <a:rPr spc="-420" dirty="0"/>
              <a:t>PROPOSED</a:t>
            </a:r>
          </a:p>
        </p:txBody>
      </p:sp>
      <p:sp>
        <p:nvSpPr>
          <p:cNvPr id="4" name="object 4"/>
          <p:cNvSpPr/>
          <p:nvPr/>
        </p:nvSpPr>
        <p:spPr>
          <a:xfrm>
            <a:off x="7667744" y="2525290"/>
            <a:ext cx="10620375" cy="7275830"/>
          </a:xfrm>
          <a:custGeom>
            <a:avLst/>
            <a:gdLst/>
            <a:ahLst/>
            <a:cxnLst/>
            <a:rect l="l" t="t" r="r" b="b"/>
            <a:pathLst>
              <a:path w="10620375" h="7275830">
                <a:moveTo>
                  <a:pt x="10134480" y="7275436"/>
                </a:moveTo>
                <a:lnTo>
                  <a:pt x="485774" y="7275436"/>
                </a:lnTo>
                <a:lnTo>
                  <a:pt x="437762" y="7273059"/>
                </a:lnTo>
                <a:lnTo>
                  <a:pt x="390562" y="7266015"/>
                </a:lnTo>
                <a:lnTo>
                  <a:pt x="344494" y="7254438"/>
                </a:lnTo>
                <a:lnTo>
                  <a:pt x="299876" y="7238458"/>
                </a:lnTo>
                <a:lnTo>
                  <a:pt x="257028" y="7218208"/>
                </a:lnTo>
                <a:lnTo>
                  <a:pt x="216266" y="7193819"/>
                </a:lnTo>
                <a:lnTo>
                  <a:pt x="177911" y="7165424"/>
                </a:lnTo>
                <a:lnTo>
                  <a:pt x="142280" y="7133155"/>
                </a:lnTo>
                <a:lnTo>
                  <a:pt x="110010" y="7097524"/>
                </a:lnTo>
                <a:lnTo>
                  <a:pt x="81615" y="7059168"/>
                </a:lnTo>
                <a:lnTo>
                  <a:pt x="57227" y="7018407"/>
                </a:lnTo>
                <a:lnTo>
                  <a:pt x="36977" y="6975559"/>
                </a:lnTo>
                <a:lnTo>
                  <a:pt x="20997" y="6930941"/>
                </a:lnTo>
                <a:lnTo>
                  <a:pt x="9420" y="6884873"/>
                </a:lnTo>
                <a:lnTo>
                  <a:pt x="2377" y="6837674"/>
                </a:lnTo>
                <a:lnTo>
                  <a:pt x="0" y="6789661"/>
                </a:lnTo>
                <a:lnTo>
                  <a:pt x="0" y="485774"/>
                </a:lnTo>
                <a:lnTo>
                  <a:pt x="2377" y="437762"/>
                </a:lnTo>
                <a:lnTo>
                  <a:pt x="9420" y="390562"/>
                </a:lnTo>
                <a:lnTo>
                  <a:pt x="20997" y="344494"/>
                </a:lnTo>
                <a:lnTo>
                  <a:pt x="36977" y="299876"/>
                </a:lnTo>
                <a:lnTo>
                  <a:pt x="57227" y="257028"/>
                </a:lnTo>
                <a:lnTo>
                  <a:pt x="81615" y="216266"/>
                </a:lnTo>
                <a:lnTo>
                  <a:pt x="110010" y="177911"/>
                </a:lnTo>
                <a:lnTo>
                  <a:pt x="142280" y="142280"/>
                </a:lnTo>
                <a:lnTo>
                  <a:pt x="177911" y="110010"/>
                </a:lnTo>
                <a:lnTo>
                  <a:pt x="216266" y="81615"/>
                </a:lnTo>
                <a:lnTo>
                  <a:pt x="257028" y="57227"/>
                </a:lnTo>
                <a:lnTo>
                  <a:pt x="299876" y="36977"/>
                </a:lnTo>
                <a:lnTo>
                  <a:pt x="344494" y="20997"/>
                </a:lnTo>
                <a:lnTo>
                  <a:pt x="390562" y="9420"/>
                </a:lnTo>
                <a:lnTo>
                  <a:pt x="437762" y="2377"/>
                </a:lnTo>
                <a:lnTo>
                  <a:pt x="485774" y="0"/>
                </a:lnTo>
                <a:lnTo>
                  <a:pt x="10134480" y="0"/>
                </a:lnTo>
                <a:lnTo>
                  <a:pt x="10182493" y="2377"/>
                </a:lnTo>
                <a:lnTo>
                  <a:pt x="10229692" y="9420"/>
                </a:lnTo>
                <a:lnTo>
                  <a:pt x="10275760" y="20997"/>
                </a:lnTo>
                <a:lnTo>
                  <a:pt x="10320378" y="36977"/>
                </a:lnTo>
                <a:lnTo>
                  <a:pt x="10363227" y="57227"/>
                </a:lnTo>
                <a:lnTo>
                  <a:pt x="10403988" y="81615"/>
                </a:lnTo>
                <a:lnTo>
                  <a:pt x="10442344" y="110010"/>
                </a:lnTo>
                <a:lnTo>
                  <a:pt x="10477975" y="142280"/>
                </a:lnTo>
                <a:lnTo>
                  <a:pt x="10510244" y="177911"/>
                </a:lnTo>
                <a:lnTo>
                  <a:pt x="10538639" y="216266"/>
                </a:lnTo>
                <a:lnTo>
                  <a:pt x="10563027" y="257028"/>
                </a:lnTo>
                <a:lnTo>
                  <a:pt x="10583277" y="299876"/>
                </a:lnTo>
                <a:lnTo>
                  <a:pt x="10599257" y="344494"/>
                </a:lnTo>
                <a:lnTo>
                  <a:pt x="10610835" y="390562"/>
                </a:lnTo>
                <a:lnTo>
                  <a:pt x="10617878" y="437762"/>
                </a:lnTo>
                <a:lnTo>
                  <a:pt x="10620255" y="485774"/>
                </a:lnTo>
                <a:lnTo>
                  <a:pt x="10620255" y="6789661"/>
                </a:lnTo>
                <a:lnTo>
                  <a:pt x="10617878" y="6837674"/>
                </a:lnTo>
                <a:lnTo>
                  <a:pt x="10610835" y="6884873"/>
                </a:lnTo>
                <a:lnTo>
                  <a:pt x="10599257" y="6930941"/>
                </a:lnTo>
                <a:lnTo>
                  <a:pt x="10583277" y="6975559"/>
                </a:lnTo>
                <a:lnTo>
                  <a:pt x="10563027" y="7018407"/>
                </a:lnTo>
                <a:lnTo>
                  <a:pt x="10538639" y="7059168"/>
                </a:lnTo>
                <a:lnTo>
                  <a:pt x="10510244" y="7097524"/>
                </a:lnTo>
                <a:lnTo>
                  <a:pt x="10477975" y="7133155"/>
                </a:lnTo>
                <a:lnTo>
                  <a:pt x="10442344" y="7165424"/>
                </a:lnTo>
                <a:lnTo>
                  <a:pt x="10403988" y="7193819"/>
                </a:lnTo>
                <a:lnTo>
                  <a:pt x="10363227" y="7218208"/>
                </a:lnTo>
                <a:lnTo>
                  <a:pt x="10320378" y="7238458"/>
                </a:lnTo>
                <a:lnTo>
                  <a:pt x="10275760" y="7254438"/>
                </a:lnTo>
                <a:lnTo>
                  <a:pt x="10229692" y="7266015"/>
                </a:lnTo>
                <a:lnTo>
                  <a:pt x="10182493" y="7273059"/>
                </a:lnTo>
                <a:lnTo>
                  <a:pt x="10134480" y="7275436"/>
                </a:lnTo>
                <a:close/>
              </a:path>
            </a:pathLst>
          </a:custGeom>
          <a:solidFill>
            <a:srgbClr val="FFFFFF"/>
          </a:solidFill>
        </p:spPr>
        <p:txBody>
          <a:bodyPr wrap="square" lIns="0" tIns="0" rIns="0" bIns="0" rtlCol="0"/>
          <a:lstStyle/>
          <a:p>
            <a:endParaRPr/>
          </a:p>
        </p:txBody>
      </p:sp>
      <p:sp>
        <p:nvSpPr>
          <p:cNvPr id="5" name="object 5"/>
          <p:cNvSpPr txBox="1"/>
          <p:nvPr/>
        </p:nvSpPr>
        <p:spPr>
          <a:xfrm>
            <a:off x="7752823" y="2533527"/>
            <a:ext cx="10450195" cy="6692900"/>
          </a:xfrm>
          <a:prstGeom prst="rect">
            <a:avLst/>
          </a:prstGeom>
        </p:spPr>
        <p:txBody>
          <a:bodyPr vert="horz" wrap="square" lIns="0" tIns="12700" rIns="0" bIns="0" rtlCol="0">
            <a:spAutoFit/>
          </a:bodyPr>
          <a:lstStyle/>
          <a:p>
            <a:pPr marL="12700" marR="5080" algn="ctr">
              <a:lnSpc>
                <a:spcPct val="115700"/>
              </a:lnSpc>
              <a:spcBef>
                <a:spcPts val="100"/>
              </a:spcBef>
            </a:pPr>
            <a:r>
              <a:rPr sz="2700" spc="-125" dirty="0">
                <a:solidFill>
                  <a:srgbClr val="00124B"/>
                </a:solidFill>
                <a:latin typeface="Arial Black"/>
                <a:cs typeface="Arial Black"/>
              </a:rPr>
              <a:t>Our</a:t>
            </a:r>
            <a:r>
              <a:rPr sz="2700" spc="-225" dirty="0">
                <a:solidFill>
                  <a:srgbClr val="00124B"/>
                </a:solidFill>
                <a:latin typeface="Arial Black"/>
                <a:cs typeface="Arial Black"/>
              </a:rPr>
              <a:t> </a:t>
            </a:r>
            <a:r>
              <a:rPr sz="2700" spc="-150" dirty="0">
                <a:solidFill>
                  <a:srgbClr val="00124B"/>
                </a:solidFill>
                <a:latin typeface="Arial Black"/>
                <a:cs typeface="Arial Black"/>
              </a:rPr>
              <a:t>proposed</a:t>
            </a:r>
            <a:r>
              <a:rPr sz="2700" spc="-220" dirty="0">
                <a:solidFill>
                  <a:srgbClr val="00124B"/>
                </a:solidFill>
                <a:latin typeface="Arial Black"/>
                <a:cs typeface="Arial Black"/>
              </a:rPr>
              <a:t> system</a:t>
            </a:r>
            <a:r>
              <a:rPr sz="2700" spc="-225" dirty="0">
                <a:solidFill>
                  <a:srgbClr val="00124B"/>
                </a:solidFill>
                <a:latin typeface="Arial Black"/>
                <a:cs typeface="Arial Black"/>
              </a:rPr>
              <a:t> is</a:t>
            </a:r>
            <a:r>
              <a:rPr sz="2700" spc="-220" dirty="0">
                <a:solidFill>
                  <a:srgbClr val="00124B"/>
                </a:solidFill>
                <a:latin typeface="Arial Black"/>
                <a:cs typeface="Arial Black"/>
              </a:rPr>
              <a:t> </a:t>
            </a:r>
            <a:r>
              <a:rPr sz="2700" spc="-200" dirty="0">
                <a:solidFill>
                  <a:srgbClr val="00124B"/>
                </a:solidFill>
                <a:latin typeface="Arial Black"/>
                <a:cs typeface="Arial Black"/>
              </a:rPr>
              <a:t>an</a:t>
            </a:r>
            <a:r>
              <a:rPr sz="2700" spc="-225" dirty="0">
                <a:solidFill>
                  <a:srgbClr val="00124B"/>
                </a:solidFill>
                <a:latin typeface="Arial Black"/>
                <a:cs typeface="Arial Black"/>
              </a:rPr>
              <a:t> </a:t>
            </a:r>
            <a:r>
              <a:rPr sz="2700" spc="-175" dirty="0">
                <a:solidFill>
                  <a:srgbClr val="00124B"/>
                </a:solidFill>
                <a:latin typeface="Arial Black"/>
                <a:cs typeface="Arial Black"/>
              </a:rPr>
              <a:t>integrated</a:t>
            </a:r>
            <a:r>
              <a:rPr sz="2700" spc="-220" dirty="0">
                <a:solidFill>
                  <a:srgbClr val="00124B"/>
                </a:solidFill>
                <a:latin typeface="Arial Black"/>
                <a:cs typeface="Arial Black"/>
              </a:rPr>
              <a:t> </a:t>
            </a:r>
            <a:r>
              <a:rPr sz="2700" spc="-100" dirty="0">
                <a:solidFill>
                  <a:srgbClr val="00124B"/>
                </a:solidFill>
                <a:latin typeface="Arial Black"/>
                <a:cs typeface="Arial Black"/>
              </a:rPr>
              <a:t>AI-</a:t>
            </a:r>
            <a:r>
              <a:rPr sz="2700" spc="-195" dirty="0">
                <a:solidFill>
                  <a:srgbClr val="00124B"/>
                </a:solidFill>
                <a:latin typeface="Arial Black"/>
                <a:cs typeface="Arial Black"/>
              </a:rPr>
              <a:t>powered</a:t>
            </a:r>
            <a:r>
              <a:rPr sz="2700" spc="-225" dirty="0">
                <a:solidFill>
                  <a:srgbClr val="00124B"/>
                </a:solidFill>
                <a:latin typeface="Arial Black"/>
                <a:cs typeface="Arial Black"/>
              </a:rPr>
              <a:t> </a:t>
            </a:r>
            <a:r>
              <a:rPr sz="2700" spc="-55" dirty="0">
                <a:solidFill>
                  <a:srgbClr val="00124B"/>
                </a:solidFill>
                <a:latin typeface="Arial Black"/>
                <a:cs typeface="Arial Black"/>
              </a:rPr>
              <a:t>healthcare </a:t>
            </a:r>
            <a:r>
              <a:rPr sz="2700" spc="-220" dirty="0">
                <a:solidFill>
                  <a:srgbClr val="00124B"/>
                </a:solidFill>
                <a:latin typeface="Arial Black"/>
                <a:cs typeface="Arial Black"/>
              </a:rPr>
              <a:t>assistant</a:t>
            </a:r>
            <a:r>
              <a:rPr sz="2700" spc="-225" dirty="0">
                <a:solidFill>
                  <a:srgbClr val="00124B"/>
                </a:solidFill>
                <a:latin typeface="Arial Black"/>
                <a:cs typeface="Arial Black"/>
              </a:rPr>
              <a:t> </a:t>
            </a:r>
            <a:r>
              <a:rPr sz="2700" spc="-145" dirty="0">
                <a:solidFill>
                  <a:srgbClr val="00124B"/>
                </a:solidFill>
                <a:latin typeface="Arial Black"/>
                <a:cs typeface="Arial Black"/>
              </a:rPr>
              <a:t>that</a:t>
            </a:r>
            <a:r>
              <a:rPr sz="2700" spc="-220" dirty="0">
                <a:solidFill>
                  <a:srgbClr val="00124B"/>
                </a:solidFill>
                <a:latin typeface="Arial Black"/>
                <a:cs typeface="Arial Black"/>
              </a:rPr>
              <a:t> </a:t>
            </a:r>
            <a:r>
              <a:rPr sz="2700" spc="-155" dirty="0">
                <a:solidFill>
                  <a:srgbClr val="00124B"/>
                </a:solidFill>
                <a:latin typeface="Arial Black"/>
                <a:cs typeface="Arial Black"/>
              </a:rPr>
              <a:t>provides</a:t>
            </a:r>
            <a:r>
              <a:rPr sz="2700" spc="-225" dirty="0">
                <a:solidFill>
                  <a:srgbClr val="00124B"/>
                </a:solidFill>
                <a:latin typeface="Arial Black"/>
                <a:cs typeface="Arial Black"/>
              </a:rPr>
              <a:t> </a:t>
            </a:r>
            <a:r>
              <a:rPr sz="2700" spc="-200" dirty="0">
                <a:solidFill>
                  <a:srgbClr val="00124B"/>
                </a:solidFill>
                <a:latin typeface="Arial Black"/>
                <a:cs typeface="Arial Black"/>
              </a:rPr>
              <a:t>an</a:t>
            </a:r>
            <a:r>
              <a:rPr sz="2700" spc="-220" dirty="0">
                <a:solidFill>
                  <a:srgbClr val="00124B"/>
                </a:solidFill>
                <a:latin typeface="Arial Black"/>
                <a:cs typeface="Arial Black"/>
              </a:rPr>
              <a:t> </a:t>
            </a:r>
            <a:r>
              <a:rPr sz="2700" spc="-210" dirty="0">
                <a:solidFill>
                  <a:srgbClr val="00124B"/>
                </a:solidFill>
                <a:latin typeface="Arial Black"/>
                <a:cs typeface="Arial Black"/>
              </a:rPr>
              <a:t>AI</a:t>
            </a:r>
            <a:r>
              <a:rPr sz="2700" spc="-220" dirty="0">
                <a:solidFill>
                  <a:srgbClr val="00124B"/>
                </a:solidFill>
                <a:latin typeface="Arial Black"/>
                <a:cs typeface="Arial Black"/>
              </a:rPr>
              <a:t> </a:t>
            </a:r>
            <a:r>
              <a:rPr sz="2700" spc="-195" dirty="0">
                <a:solidFill>
                  <a:srgbClr val="00124B"/>
                </a:solidFill>
                <a:latin typeface="Arial Black"/>
                <a:cs typeface="Arial Black"/>
              </a:rPr>
              <a:t>voice</a:t>
            </a:r>
            <a:r>
              <a:rPr sz="2700" spc="-225" dirty="0">
                <a:solidFill>
                  <a:srgbClr val="00124B"/>
                </a:solidFill>
                <a:latin typeface="Arial Black"/>
                <a:cs typeface="Arial Black"/>
              </a:rPr>
              <a:t> </a:t>
            </a:r>
            <a:r>
              <a:rPr sz="2700" spc="-170" dirty="0">
                <a:solidFill>
                  <a:srgbClr val="00124B"/>
                </a:solidFill>
                <a:latin typeface="Arial Black"/>
                <a:cs typeface="Arial Black"/>
              </a:rPr>
              <a:t>symptom</a:t>
            </a:r>
            <a:r>
              <a:rPr sz="2700" spc="-220" dirty="0">
                <a:solidFill>
                  <a:srgbClr val="00124B"/>
                </a:solidFill>
                <a:latin typeface="Arial Black"/>
                <a:cs typeface="Arial Black"/>
              </a:rPr>
              <a:t> </a:t>
            </a:r>
            <a:r>
              <a:rPr sz="2700" spc="-240" dirty="0">
                <a:solidFill>
                  <a:srgbClr val="00124B"/>
                </a:solidFill>
                <a:latin typeface="Arial Black"/>
                <a:cs typeface="Arial Black"/>
              </a:rPr>
              <a:t>checker</a:t>
            </a:r>
            <a:r>
              <a:rPr sz="2700" spc="-220" dirty="0">
                <a:solidFill>
                  <a:srgbClr val="00124B"/>
                </a:solidFill>
                <a:latin typeface="Arial Black"/>
                <a:cs typeface="Arial Black"/>
              </a:rPr>
              <a:t> </a:t>
            </a:r>
            <a:r>
              <a:rPr sz="2700" spc="-25" dirty="0">
                <a:solidFill>
                  <a:srgbClr val="00124B"/>
                </a:solidFill>
                <a:latin typeface="Arial Black"/>
                <a:cs typeface="Arial Black"/>
              </a:rPr>
              <a:t>to </a:t>
            </a:r>
            <a:r>
              <a:rPr sz="2700" spc="-204" dirty="0">
                <a:solidFill>
                  <a:srgbClr val="00124B"/>
                </a:solidFill>
                <a:latin typeface="Arial Black"/>
                <a:cs typeface="Arial Black"/>
              </a:rPr>
              <a:t>analyse</a:t>
            </a:r>
            <a:r>
              <a:rPr sz="2700" spc="-215" dirty="0">
                <a:solidFill>
                  <a:srgbClr val="00124B"/>
                </a:solidFill>
                <a:latin typeface="Arial Black"/>
                <a:cs typeface="Arial Black"/>
              </a:rPr>
              <a:t> </a:t>
            </a:r>
            <a:r>
              <a:rPr sz="2700" spc="-135" dirty="0">
                <a:solidFill>
                  <a:srgbClr val="00124B"/>
                </a:solidFill>
                <a:latin typeface="Arial Black"/>
                <a:cs typeface="Arial Black"/>
              </a:rPr>
              <a:t>user-</a:t>
            </a:r>
            <a:r>
              <a:rPr sz="2700" spc="-130" dirty="0">
                <a:solidFill>
                  <a:srgbClr val="00124B"/>
                </a:solidFill>
                <a:latin typeface="Arial Black"/>
                <a:cs typeface="Arial Black"/>
              </a:rPr>
              <a:t>reported</a:t>
            </a:r>
            <a:r>
              <a:rPr sz="2700" spc="-210" dirty="0">
                <a:solidFill>
                  <a:srgbClr val="00124B"/>
                </a:solidFill>
                <a:latin typeface="Arial Black"/>
                <a:cs typeface="Arial Black"/>
              </a:rPr>
              <a:t> </a:t>
            </a:r>
            <a:r>
              <a:rPr sz="2700" spc="-190" dirty="0">
                <a:solidFill>
                  <a:srgbClr val="00124B"/>
                </a:solidFill>
                <a:latin typeface="Arial Black"/>
                <a:cs typeface="Arial Black"/>
              </a:rPr>
              <a:t>symptoms</a:t>
            </a:r>
            <a:r>
              <a:rPr sz="2700" spc="-215" dirty="0">
                <a:solidFill>
                  <a:srgbClr val="00124B"/>
                </a:solidFill>
                <a:latin typeface="Arial Black"/>
                <a:cs typeface="Arial Black"/>
              </a:rPr>
              <a:t> </a:t>
            </a:r>
            <a:r>
              <a:rPr sz="2700" spc="-160" dirty="0">
                <a:solidFill>
                  <a:srgbClr val="00124B"/>
                </a:solidFill>
                <a:latin typeface="Arial Black"/>
                <a:cs typeface="Arial Black"/>
              </a:rPr>
              <a:t>and</a:t>
            </a:r>
            <a:r>
              <a:rPr sz="2700" spc="-210" dirty="0">
                <a:solidFill>
                  <a:srgbClr val="00124B"/>
                </a:solidFill>
                <a:latin typeface="Arial Black"/>
                <a:cs typeface="Arial Black"/>
              </a:rPr>
              <a:t> </a:t>
            </a:r>
            <a:r>
              <a:rPr sz="2700" spc="-150" dirty="0">
                <a:solidFill>
                  <a:srgbClr val="00124B"/>
                </a:solidFill>
                <a:latin typeface="Arial Black"/>
                <a:cs typeface="Arial Black"/>
              </a:rPr>
              <a:t>predict</a:t>
            </a:r>
            <a:r>
              <a:rPr sz="2700" spc="-210" dirty="0">
                <a:solidFill>
                  <a:srgbClr val="00124B"/>
                </a:solidFill>
                <a:latin typeface="Arial Black"/>
                <a:cs typeface="Arial Black"/>
              </a:rPr>
              <a:t> </a:t>
            </a:r>
            <a:r>
              <a:rPr sz="2700" spc="-175" dirty="0">
                <a:solidFill>
                  <a:srgbClr val="00124B"/>
                </a:solidFill>
                <a:latin typeface="Arial Black"/>
                <a:cs typeface="Arial Black"/>
              </a:rPr>
              <a:t>possible</a:t>
            </a:r>
            <a:r>
              <a:rPr sz="2700" spc="-215" dirty="0">
                <a:solidFill>
                  <a:srgbClr val="00124B"/>
                </a:solidFill>
                <a:latin typeface="Arial Black"/>
                <a:cs typeface="Arial Black"/>
              </a:rPr>
              <a:t> </a:t>
            </a:r>
            <a:r>
              <a:rPr sz="2700" spc="-10" dirty="0">
                <a:solidFill>
                  <a:srgbClr val="00124B"/>
                </a:solidFill>
                <a:latin typeface="Arial Black"/>
                <a:cs typeface="Arial Black"/>
              </a:rPr>
              <a:t>health </a:t>
            </a:r>
            <a:r>
              <a:rPr sz="2700" spc="-160" dirty="0">
                <a:solidFill>
                  <a:srgbClr val="00124B"/>
                </a:solidFill>
                <a:latin typeface="Arial Black"/>
                <a:cs typeface="Arial Black"/>
              </a:rPr>
              <a:t>conditions</a:t>
            </a:r>
            <a:r>
              <a:rPr sz="2700" spc="-220" dirty="0">
                <a:solidFill>
                  <a:srgbClr val="00124B"/>
                </a:solidFill>
                <a:latin typeface="Arial Black"/>
                <a:cs typeface="Arial Black"/>
              </a:rPr>
              <a:t> </a:t>
            </a:r>
            <a:r>
              <a:rPr sz="2700" spc="-195" dirty="0">
                <a:solidFill>
                  <a:srgbClr val="00124B"/>
                </a:solidFill>
                <a:latin typeface="Arial Black"/>
                <a:cs typeface="Arial Black"/>
              </a:rPr>
              <a:t>with</a:t>
            </a:r>
            <a:r>
              <a:rPr sz="2700" spc="-220" dirty="0">
                <a:solidFill>
                  <a:srgbClr val="00124B"/>
                </a:solidFill>
                <a:latin typeface="Arial Black"/>
                <a:cs typeface="Arial Black"/>
              </a:rPr>
              <a:t> </a:t>
            </a:r>
            <a:r>
              <a:rPr sz="2700" spc="-225" dirty="0">
                <a:solidFill>
                  <a:srgbClr val="00124B"/>
                </a:solidFill>
                <a:latin typeface="Arial Black"/>
                <a:cs typeface="Arial Black"/>
              </a:rPr>
              <a:t>basic</a:t>
            </a:r>
            <a:r>
              <a:rPr sz="2700" spc="-215" dirty="0">
                <a:solidFill>
                  <a:srgbClr val="00124B"/>
                </a:solidFill>
                <a:latin typeface="Arial Black"/>
                <a:cs typeface="Arial Black"/>
              </a:rPr>
              <a:t> </a:t>
            </a:r>
            <a:r>
              <a:rPr sz="2700" spc="-155" dirty="0">
                <a:solidFill>
                  <a:srgbClr val="00124B"/>
                </a:solidFill>
                <a:latin typeface="Arial Black"/>
                <a:cs typeface="Arial Black"/>
              </a:rPr>
              <a:t>health</a:t>
            </a:r>
            <a:r>
              <a:rPr sz="2700" spc="-220" dirty="0">
                <a:solidFill>
                  <a:srgbClr val="00124B"/>
                </a:solidFill>
                <a:latin typeface="Arial Black"/>
                <a:cs typeface="Arial Black"/>
              </a:rPr>
              <a:t> </a:t>
            </a:r>
            <a:r>
              <a:rPr sz="2700" spc="-204" dirty="0">
                <a:solidFill>
                  <a:srgbClr val="00124B"/>
                </a:solidFill>
                <a:latin typeface="Arial Black"/>
                <a:cs typeface="Arial Black"/>
              </a:rPr>
              <a:t>guidance,</a:t>
            </a:r>
            <a:r>
              <a:rPr sz="2700" spc="-215" dirty="0">
                <a:solidFill>
                  <a:srgbClr val="00124B"/>
                </a:solidFill>
                <a:latin typeface="Arial Black"/>
                <a:cs typeface="Arial Black"/>
              </a:rPr>
              <a:t> </a:t>
            </a:r>
            <a:r>
              <a:rPr sz="2700" spc="-185" dirty="0">
                <a:solidFill>
                  <a:srgbClr val="00124B"/>
                </a:solidFill>
                <a:latin typeface="Arial Black"/>
                <a:cs typeface="Arial Black"/>
              </a:rPr>
              <a:t>along</a:t>
            </a:r>
            <a:r>
              <a:rPr sz="2700" spc="-220" dirty="0">
                <a:solidFill>
                  <a:srgbClr val="00124B"/>
                </a:solidFill>
                <a:latin typeface="Arial Black"/>
                <a:cs typeface="Arial Black"/>
              </a:rPr>
              <a:t> </a:t>
            </a:r>
            <a:r>
              <a:rPr sz="2700" spc="-195" dirty="0">
                <a:solidFill>
                  <a:srgbClr val="00124B"/>
                </a:solidFill>
                <a:latin typeface="Arial Black"/>
                <a:cs typeface="Arial Black"/>
              </a:rPr>
              <a:t>with</a:t>
            </a:r>
            <a:r>
              <a:rPr sz="2700" spc="-215" dirty="0">
                <a:solidFill>
                  <a:srgbClr val="00124B"/>
                </a:solidFill>
                <a:latin typeface="Arial Black"/>
                <a:cs typeface="Arial Black"/>
              </a:rPr>
              <a:t> </a:t>
            </a:r>
            <a:r>
              <a:rPr sz="2700" spc="-250" dirty="0">
                <a:solidFill>
                  <a:srgbClr val="00124B"/>
                </a:solidFill>
                <a:latin typeface="Arial Black"/>
                <a:cs typeface="Arial Black"/>
              </a:rPr>
              <a:t>Tamil</a:t>
            </a:r>
            <a:r>
              <a:rPr sz="2700" spc="-220" dirty="0">
                <a:solidFill>
                  <a:srgbClr val="00124B"/>
                </a:solidFill>
                <a:latin typeface="Arial Black"/>
                <a:cs typeface="Arial Black"/>
              </a:rPr>
              <a:t> </a:t>
            </a:r>
            <a:r>
              <a:rPr sz="2700" spc="-25" dirty="0">
                <a:solidFill>
                  <a:srgbClr val="00124B"/>
                </a:solidFill>
                <a:latin typeface="Arial Black"/>
                <a:cs typeface="Arial Black"/>
              </a:rPr>
              <a:t>and </a:t>
            </a:r>
            <a:r>
              <a:rPr sz="2700" spc="-200" dirty="0">
                <a:solidFill>
                  <a:srgbClr val="00124B"/>
                </a:solidFill>
                <a:latin typeface="Arial Black"/>
                <a:cs typeface="Arial Black"/>
              </a:rPr>
              <a:t>English</a:t>
            </a:r>
            <a:r>
              <a:rPr sz="2700" spc="-220" dirty="0">
                <a:solidFill>
                  <a:srgbClr val="00124B"/>
                </a:solidFill>
                <a:latin typeface="Arial Black"/>
                <a:cs typeface="Arial Black"/>
              </a:rPr>
              <a:t> </a:t>
            </a:r>
            <a:r>
              <a:rPr sz="2700" spc="-150" dirty="0">
                <a:solidFill>
                  <a:srgbClr val="00124B"/>
                </a:solidFill>
                <a:latin typeface="Arial Black"/>
                <a:cs typeface="Arial Black"/>
              </a:rPr>
              <a:t>multilingual</a:t>
            </a:r>
            <a:r>
              <a:rPr sz="2700" spc="-215" dirty="0">
                <a:solidFill>
                  <a:srgbClr val="00124B"/>
                </a:solidFill>
                <a:latin typeface="Arial Black"/>
                <a:cs typeface="Arial Black"/>
              </a:rPr>
              <a:t> </a:t>
            </a:r>
            <a:r>
              <a:rPr sz="2700" spc="-195" dirty="0">
                <a:solidFill>
                  <a:srgbClr val="00124B"/>
                </a:solidFill>
                <a:latin typeface="Arial Black"/>
                <a:cs typeface="Arial Black"/>
              </a:rPr>
              <a:t>voice</a:t>
            </a:r>
            <a:r>
              <a:rPr sz="2700" spc="-215" dirty="0">
                <a:solidFill>
                  <a:srgbClr val="00124B"/>
                </a:solidFill>
                <a:latin typeface="Arial Black"/>
                <a:cs typeface="Arial Black"/>
              </a:rPr>
              <a:t> </a:t>
            </a:r>
            <a:r>
              <a:rPr sz="2700" spc="-160" dirty="0">
                <a:solidFill>
                  <a:srgbClr val="00124B"/>
                </a:solidFill>
                <a:latin typeface="Arial Black"/>
                <a:cs typeface="Arial Black"/>
              </a:rPr>
              <a:t>and</a:t>
            </a:r>
            <a:r>
              <a:rPr sz="2700" spc="-215" dirty="0">
                <a:solidFill>
                  <a:srgbClr val="00124B"/>
                </a:solidFill>
                <a:latin typeface="Arial Black"/>
                <a:cs typeface="Arial Black"/>
              </a:rPr>
              <a:t> </a:t>
            </a:r>
            <a:r>
              <a:rPr sz="2700" spc="-220" dirty="0">
                <a:solidFill>
                  <a:srgbClr val="00124B"/>
                </a:solidFill>
                <a:latin typeface="Arial Black"/>
                <a:cs typeface="Arial Black"/>
              </a:rPr>
              <a:t>text</a:t>
            </a:r>
            <a:r>
              <a:rPr sz="2700" spc="-215" dirty="0">
                <a:solidFill>
                  <a:srgbClr val="00124B"/>
                </a:solidFill>
                <a:latin typeface="Arial Black"/>
                <a:cs typeface="Arial Black"/>
              </a:rPr>
              <a:t> </a:t>
            </a:r>
            <a:r>
              <a:rPr sz="2700" spc="-130" dirty="0">
                <a:solidFill>
                  <a:srgbClr val="00124B"/>
                </a:solidFill>
                <a:latin typeface="Arial Black"/>
                <a:cs typeface="Arial Black"/>
              </a:rPr>
              <a:t>support</a:t>
            </a:r>
            <a:r>
              <a:rPr sz="2700" spc="-220" dirty="0">
                <a:solidFill>
                  <a:srgbClr val="00124B"/>
                </a:solidFill>
                <a:latin typeface="Arial Black"/>
                <a:cs typeface="Arial Black"/>
              </a:rPr>
              <a:t> </a:t>
            </a:r>
            <a:r>
              <a:rPr sz="2700" spc="-114" dirty="0">
                <a:solidFill>
                  <a:srgbClr val="00124B"/>
                </a:solidFill>
                <a:latin typeface="Arial Black"/>
                <a:cs typeface="Arial Black"/>
              </a:rPr>
              <a:t>to</a:t>
            </a:r>
            <a:r>
              <a:rPr sz="2700" spc="-215" dirty="0">
                <a:solidFill>
                  <a:srgbClr val="00124B"/>
                </a:solidFill>
                <a:latin typeface="Arial Black"/>
                <a:cs typeface="Arial Black"/>
              </a:rPr>
              <a:t> </a:t>
            </a:r>
            <a:r>
              <a:rPr sz="2700" spc="-190" dirty="0">
                <a:solidFill>
                  <a:srgbClr val="00124B"/>
                </a:solidFill>
                <a:latin typeface="Arial Black"/>
                <a:cs typeface="Arial Black"/>
              </a:rPr>
              <a:t>reduce</a:t>
            </a:r>
            <a:r>
              <a:rPr sz="2700" spc="-215" dirty="0">
                <a:solidFill>
                  <a:srgbClr val="00124B"/>
                </a:solidFill>
                <a:latin typeface="Arial Black"/>
                <a:cs typeface="Arial Black"/>
              </a:rPr>
              <a:t> </a:t>
            </a:r>
            <a:r>
              <a:rPr sz="2700" spc="-145" dirty="0">
                <a:solidFill>
                  <a:srgbClr val="00124B"/>
                </a:solidFill>
                <a:latin typeface="Arial Black"/>
                <a:cs typeface="Arial Black"/>
              </a:rPr>
              <a:t>language </a:t>
            </a:r>
            <a:r>
              <a:rPr sz="2700" spc="-160" dirty="0">
                <a:solidFill>
                  <a:srgbClr val="00124B"/>
                </a:solidFill>
                <a:latin typeface="Arial Black"/>
                <a:cs typeface="Arial Black"/>
              </a:rPr>
              <a:t>barriers</a:t>
            </a:r>
            <a:r>
              <a:rPr sz="2700" spc="-229" dirty="0">
                <a:solidFill>
                  <a:srgbClr val="00124B"/>
                </a:solidFill>
                <a:latin typeface="Arial Black"/>
                <a:cs typeface="Arial Black"/>
              </a:rPr>
              <a:t> </a:t>
            </a:r>
            <a:r>
              <a:rPr sz="2700" spc="-80" dirty="0">
                <a:solidFill>
                  <a:srgbClr val="00124B"/>
                </a:solidFill>
                <a:latin typeface="Arial Black"/>
                <a:cs typeface="Arial Black"/>
              </a:rPr>
              <a:t>for</a:t>
            </a:r>
            <a:r>
              <a:rPr sz="2700" spc="-225" dirty="0">
                <a:solidFill>
                  <a:srgbClr val="00124B"/>
                </a:solidFill>
                <a:latin typeface="Arial Black"/>
                <a:cs typeface="Arial Black"/>
              </a:rPr>
              <a:t> </a:t>
            </a:r>
            <a:r>
              <a:rPr sz="2700" spc="-135" dirty="0">
                <a:solidFill>
                  <a:srgbClr val="00124B"/>
                </a:solidFill>
                <a:latin typeface="Arial Black"/>
                <a:cs typeface="Arial Black"/>
              </a:rPr>
              <a:t>rural</a:t>
            </a:r>
            <a:r>
              <a:rPr sz="2700" spc="-225" dirty="0">
                <a:solidFill>
                  <a:srgbClr val="00124B"/>
                </a:solidFill>
                <a:latin typeface="Arial Black"/>
                <a:cs typeface="Arial Black"/>
              </a:rPr>
              <a:t> </a:t>
            </a:r>
            <a:r>
              <a:rPr sz="2700" spc="-215" dirty="0">
                <a:solidFill>
                  <a:srgbClr val="00124B"/>
                </a:solidFill>
                <a:latin typeface="Arial Black"/>
                <a:cs typeface="Arial Black"/>
              </a:rPr>
              <a:t>users.</a:t>
            </a:r>
            <a:r>
              <a:rPr sz="2700" spc="-229" dirty="0">
                <a:solidFill>
                  <a:srgbClr val="00124B"/>
                </a:solidFill>
                <a:latin typeface="Arial Black"/>
                <a:cs typeface="Arial Black"/>
              </a:rPr>
              <a:t> </a:t>
            </a:r>
            <a:r>
              <a:rPr sz="2700" spc="-130" dirty="0">
                <a:solidFill>
                  <a:srgbClr val="00124B"/>
                </a:solidFill>
                <a:latin typeface="Arial Black"/>
                <a:cs typeface="Arial Black"/>
              </a:rPr>
              <a:t>It</a:t>
            </a:r>
            <a:r>
              <a:rPr sz="2700" spc="-225" dirty="0">
                <a:solidFill>
                  <a:srgbClr val="00124B"/>
                </a:solidFill>
                <a:latin typeface="Arial Black"/>
                <a:cs typeface="Arial Black"/>
              </a:rPr>
              <a:t> </a:t>
            </a:r>
            <a:r>
              <a:rPr sz="2700" spc="-204" dirty="0">
                <a:solidFill>
                  <a:srgbClr val="00124B"/>
                </a:solidFill>
                <a:latin typeface="Arial Black"/>
                <a:cs typeface="Arial Black"/>
              </a:rPr>
              <a:t>also</a:t>
            </a:r>
            <a:r>
              <a:rPr sz="2700" spc="-225" dirty="0">
                <a:solidFill>
                  <a:srgbClr val="00124B"/>
                </a:solidFill>
                <a:latin typeface="Arial Black"/>
                <a:cs typeface="Arial Black"/>
              </a:rPr>
              <a:t> </a:t>
            </a:r>
            <a:r>
              <a:rPr sz="2700" spc="-155" dirty="0">
                <a:solidFill>
                  <a:srgbClr val="00124B"/>
                </a:solidFill>
                <a:latin typeface="Arial Black"/>
                <a:cs typeface="Arial Black"/>
              </a:rPr>
              <a:t>provides</a:t>
            </a:r>
            <a:r>
              <a:rPr sz="2700" spc="-225" dirty="0">
                <a:solidFill>
                  <a:srgbClr val="00124B"/>
                </a:solidFill>
                <a:latin typeface="Arial Black"/>
                <a:cs typeface="Arial Black"/>
              </a:rPr>
              <a:t> </a:t>
            </a:r>
            <a:r>
              <a:rPr sz="2700" spc="-75" dirty="0">
                <a:solidFill>
                  <a:srgbClr val="00124B"/>
                </a:solidFill>
                <a:latin typeface="Arial Black"/>
                <a:cs typeface="Arial Black"/>
              </a:rPr>
              <a:t>telemedicine/doctor </a:t>
            </a:r>
            <a:r>
              <a:rPr sz="2700" spc="-165" dirty="0">
                <a:solidFill>
                  <a:srgbClr val="00124B"/>
                </a:solidFill>
                <a:latin typeface="Arial Black"/>
                <a:cs typeface="Arial Black"/>
              </a:rPr>
              <a:t>consultation</a:t>
            </a:r>
            <a:r>
              <a:rPr sz="2700" spc="-220" dirty="0">
                <a:solidFill>
                  <a:srgbClr val="00124B"/>
                </a:solidFill>
                <a:latin typeface="Arial Black"/>
                <a:cs typeface="Arial Black"/>
              </a:rPr>
              <a:t> </a:t>
            </a:r>
            <a:r>
              <a:rPr sz="2700" spc="-80" dirty="0">
                <a:solidFill>
                  <a:srgbClr val="00124B"/>
                </a:solidFill>
                <a:latin typeface="Arial Black"/>
                <a:cs typeface="Arial Black"/>
              </a:rPr>
              <a:t>for</a:t>
            </a:r>
            <a:r>
              <a:rPr sz="2700" spc="-215" dirty="0">
                <a:solidFill>
                  <a:srgbClr val="00124B"/>
                </a:solidFill>
                <a:latin typeface="Arial Black"/>
                <a:cs typeface="Arial Black"/>
              </a:rPr>
              <a:t> </a:t>
            </a:r>
            <a:r>
              <a:rPr sz="2700" spc="-165" dirty="0">
                <a:solidFill>
                  <a:srgbClr val="00124B"/>
                </a:solidFill>
                <a:latin typeface="Arial Black"/>
                <a:cs typeface="Arial Black"/>
              </a:rPr>
              <a:t>remote</a:t>
            </a:r>
            <a:r>
              <a:rPr sz="2700" spc="-220" dirty="0">
                <a:solidFill>
                  <a:srgbClr val="00124B"/>
                </a:solidFill>
                <a:latin typeface="Arial Black"/>
                <a:cs typeface="Arial Black"/>
              </a:rPr>
              <a:t> </a:t>
            </a:r>
            <a:r>
              <a:rPr sz="2700" spc="-295" dirty="0">
                <a:solidFill>
                  <a:srgbClr val="00124B"/>
                </a:solidFill>
                <a:latin typeface="Arial Black"/>
                <a:cs typeface="Arial Black"/>
              </a:rPr>
              <a:t>access</a:t>
            </a:r>
            <a:r>
              <a:rPr sz="2700" spc="-215" dirty="0">
                <a:solidFill>
                  <a:srgbClr val="00124B"/>
                </a:solidFill>
                <a:latin typeface="Arial Black"/>
                <a:cs typeface="Arial Black"/>
              </a:rPr>
              <a:t> </a:t>
            </a:r>
            <a:r>
              <a:rPr sz="2700" spc="-114" dirty="0">
                <a:solidFill>
                  <a:srgbClr val="00124B"/>
                </a:solidFill>
                <a:latin typeface="Arial Black"/>
                <a:cs typeface="Arial Black"/>
              </a:rPr>
              <a:t>to</a:t>
            </a:r>
            <a:r>
              <a:rPr sz="2700" spc="-215" dirty="0">
                <a:solidFill>
                  <a:srgbClr val="00124B"/>
                </a:solidFill>
                <a:latin typeface="Arial Black"/>
                <a:cs typeface="Arial Black"/>
              </a:rPr>
              <a:t> </a:t>
            </a:r>
            <a:r>
              <a:rPr sz="2700" spc="-190" dirty="0">
                <a:solidFill>
                  <a:srgbClr val="00124B"/>
                </a:solidFill>
                <a:latin typeface="Arial Black"/>
                <a:cs typeface="Arial Black"/>
              </a:rPr>
              <a:t>healthcare</a:t>
            </a:r>
            <a:r>
              <a:rPr sz="2700" spc="-220" dirty="0">
                <a:solidFill>
                  <a:srgbClr val="00124B"/>
                </a:solidFill>
                <a:latin typeface="Arial Black"/>
                <a:cs typeface="Arial Black"/>
              </a:rPr>
              <a:t> </a:t>
            </a:r>
            <a:r>
              <a:rPr sz="2700" spc="-180" dirty="0">
                <a:solidFill>
                  <a:srgbClr val="00124B"/>
                </a:solidFill>
                <a:latin typeface="Arial Black"/>
                <a:cs typeface="Arial Black"/>
              </a:rPr>
              <a:t>professionals,</a:t>
            </a:r>
            <a:r>
              <a:rPr sz="2700" spc="-215" dirty="0">
                <a:solidFill>
                  <a:srgbClr val="00124B"/>
                </a:solidFill>
                <a:latin typeface="Arial Black"/>
                <a:cs typeface="Arial Black"/>
              </a:rPr>
              <a:t> </a:t>
            </a:r>
            <a:r>
              <a:rPr sz="2700" spc="-320" dirty="0">
                <a:solidFill>
                  <a:srgbClr val="00124B"/>
                </a:solidFill>
                <a:latin typeface="Arial Black"/>
                <a:cs typeface="Arial Black"/>
              </a:rPr>
              <a:t>a </a:t>
            </a:r>
            <a:r>
              <a:rPr sz="2700" spc="-185" dirty="0">
                <a:solidFill>
                  <a:srgbClr val="00124B"/>
                </a:solidFill>
                <a:latin typeface="Arial Black"/>
                <a:cs typeface="Arial Black"/>
              </a:rPr>
              <a:t>medicine</a:t>
            </a:r>
            <a:r>
              <a:rPr sz="2700" spc="-215" dirty="0">
                <a:solidFill>
                  <a:srgbClr val="00124B"/>
                </a:solidFill>
                <a:latin typeface="Arial Black"/>
                <a:cs typeface="Arial Black"/>
              </a:rPr>
              <a:t> </a:t>
            </a:r>
            <a:r>
              <a:rPr sz="2700" spc="-150" dirty="0">
                <a:solidFill>
                  <a:srgbClr val="00124B"/>
                </a:solidFill>
                <a:latin typeface="Arial Black"/>
                <a:cs typeface="Arial Black"/>
              </a:rPr>
              <a:t>reminder</a:t>
            </a:r>
            <a:r>
              <a:rPr sz="2700" spc="-210" dirty="0">
                <a:solidFill>
                  <a:srgbClr val="00124B"/>
                </a:solidFill>
                <a:latin typeface="Arial Black"/>
                <a:cs typeface="Arial Black"/>
              </a:rPr>
              <a:t> </a:t>
            </a:r>
            <a:r>
              <a:rPr sz="2700" spc="-80" dirty="0">
                <a:solidFill>
                  <a:srgbClr val="00124B"/>
                </a:solidFill>
                <a:latin typeface="Arial Black"/>
                <a:cs typeface="Arial Black"/>
              </a:rPr>
              <a:t>for</a:t>
            </a:r>
            <a:r>
              <a:rPr sz="2700" spc="-215" dirty="0">
                <a:solidFill>
                  <a:srgbClr val="00124B"/>
                </a:solidFill>
                <a:latin typeface="Arial Black"/>
                <a:cs typeface="Arial Black"/>
              </a:rPr>
              <a:t> </a:t>
            </a:r>
            <a:r>
              <a:rPr sz="2700" spc="-210" dirty="0">
                <a:solidFill>
                  <a:srgbClr val="00124B"/>
                </a:solidFill>
                <a:latin typeface="Arial Black"/>
                <a:cs typeface="Arial Black"/>
              </a:rPr>
              <a:t>tracking </a:t>
            </a:r>
            <a:r>
              <a:rPr sz="2700" spc="-175" dirty="0">
                <a:solidFill>
                  <a:srgbClr val="00124B"/>
                </a:solidFill>
                <a:latin typeface="Arial Black"/>
                <a:cs typeface="Arial Black"/>
              </a:rPr>
              <a:t>medication</a:t>
            </a:r>
            <a:r>
              <a:rPr sz="2700" spc="-210" dirty="0">
                <a:solidFill>
                  <a:srgbClr val="00124B"/>
                </a:solidFill>
                <a:latin typeface="Arial Black"/>
                <a:cs typeface="Arial Black"/>
              </a:rPr>
              <a:t> </a:t>
            </a:r>
            <a:r>
              <a:rPr sz="2700" spc="-225" dirty="0">
                <a:solidFill>
                  <a:srgbClr val="00124B"/>
                </a:solidFill>
                <a:latin typeface="Arial Black"/>
                <a:cs typeface="Arial Black"/>
              </a:rPr>
              <a:t>names,</a:t>
            </a:r>
            <a:r>
              <a:rPr sz="2700" spc="-215" dirty="0">
                <a:solidFill>
                  <a:srgbClr val="00124B"/>
                </a:solidFill>
                <a:latin typeface="Arial Black"/>
                <a:cs typeface="Arial Black"/>
              </a:rPr>
              <a:t> </a:t>
            </a:r>
            <a:r>
              <a:rPr sz="2700" spc="-229" dirty="0">
                <a:solidFill>
                  <a:srgbClr val="00124B"/>
                </a:solidFill>
                <a:latin typeface="Arial Black"/>
                <a:cs typeface="Arial Black"/>
              </a:rPr>
              <a:t>dosage</a:t>
            </a:r>
            <a:r>
              <a:rPr sz="2700" spc="-210" dirty="0">
                <a:solidFill>
                  <a:srgbClr val="00124B"/>
                </a:solidFill>
                <a:latin typeface="Arial Black"/>
                <a:cs typeface="Arial Black"/>
              </a:rPr>
              <a:t> </a:t>
            </a:r>
            <a:r>
              <a:rPr sz="2700" spc="-25" dirty="0">
                <a:solidFill>
                  <a:srgbClr val="00124B"/>
                </a:solidFill>
                <a:latin typeface="Arial Black"/>
                <a:cs typeface="Arial Black"/>
              </a:rPr>
              <a:t>and </a:t>
            </a:r>
            <a:r>
              <a:rPr sz="2700" spc="-180" dirty="0">
                <a:solidFill>
                  <a:srgbClr val="00124B"/>
                </a:solidFill>
                <a:latin typeface="Arial Black"/>
                <a:cs typeface="Arial Black"/>
              </a:rPr>
              <a:t>timings,</a:t>
            </a:r>
            <a:r>
              <a:rPr sz="2700" spc="-229" dirty="0">
                <a:solidFill>
                  <a:srgbClr val="00124B"/>
                </a:solidFill>
                <a:latin typeface="Arial Black"/>
                <a:cs typeface="Arial Black"/>
              </a:rPr>
              <a:t> </a:t>
            </a:r>
            <a:r>
              <a:rPr sz="2700" spc="-200" dirty="0">
                <a:solidFill>
                  <a:srgbClr val="00124B"/>
                </a:solidFill>
                <a:latin typeface="Arial Black"/>
                <a:cs typeface="Arial Black"/>
              </a:rPr>
              <a:t>an</a:t>
            </a:r>
            <a:r>
              <a:rPr sz="2700" spc="-225" dirty="0">
                <a:solidFill>
                  <a:srgbClr val="00124B"/>
                </a:solidFill>
                <a:latin typeface="Arial Black"/>
                <a:cs typeface="Arial Black"/>
              </a:rPr>
              <a:t> </a:t>
            </a:r>
            <a:r>
              <a:rPr sz="2700" spc="-215" dirty="0">
                <a:solidFill>
                  <a:srgbClr val="00124B"/>
                </a:solidFill>
                <a:latin typeface="Arial Black"/>
                <a:cs typeface="Arial Black"/>
              </a:rPr>
              <a:t>emergency</a:t>
            </a:r>
            <a:r>
              <a:rPr sz="2700" spc="-229" dirty="0">
                <a:solidFill>
                  <a:srgbClr val="00124B"/>
                </a:solidFill>
                <a:latin typeface="Arial Black"/>
                <a:cs typeface="Arial Black"/>
              </a:rPr>
              <a:t> </a:t>
            </a:r>
            <a:r>
              <a:rPr sz="2700" spc="-265" dirty="0">
                <a:solidFill>
                  <a:srgbClr val="00124B"/>
                </a:solidFill>
                <a:latin typeface="Arial Black"/>
                <a:cs typeface="Arial Black"/>
              </a:rPr>
              <a:t>SOS</a:t>
            </a:r>
            <a:r>
              <a:rPr sz="2700" spc="-225" dirty="0">
                <a:solidFill>
                  <a:srgbClr val="00124B"/>
                </a:solidFill>
                <a:latin typeface="Arial Black"/>
                <a:cs typeface="Arial Black"/>
              </a:rPr>
              <a:t> </a:t>
            </a:r>
            <a:r>
              <a:rPr sz="2700" spc="-165" dirty="0">
                <a:solidFill>
                  <a:srgbClr val="00124B"/>
                </a:solidFill>
                <a:latin typeface="Arial Black"/>
                <a:cs typeface="Arial Black"/>
              </a:rPr>
              <a:t>feature</a:t>
            </a:r>
            <a:r>
              <a:rPr sz="2700" spc="-229" dirty="0">
                <a:solidFill>
                  <a:srgbClr val="00124B"/>
                </a:solidFill>
                <a:latin typeface="Arial Black"/>
                <a:cs typeface="Arial Black"/>
              </a:rPr>
              <a:t> </a:t>
            </a:r>
            <a:r>
              <a:rPr sz="2700" spc="-114" dirty="0">
                <a:solidFill>
                  <a:srgbClr val="00124B"/>
                </a:solidFill>
                <a:latin typeface="Arial Black"/>
                <a:cs typeface="Arial Black"/>
              </a:rPr>
              <a:t>to</a:t>
            </a:r>
            <a:r>
              <a:rPr sz="2700" spc="-225" dirty="0">
                <a:solidFill>
                  <a:srgbClr val="00124B"/>
                </a:solidFill>
                <a:latin typeface="Arial Black"/>
                <a:cs typeface="Arial Black"/>
              </a:rPr>
              <a:t> </a:t>
            </a:r>
            <a:r>
              <a:rPr sz="2700" spc="-150" dirty="0">
                <a:solidFill>
                  <a:srgbClr val="00124B"/>
                </a:solidFill>
                <a:latin typeface="Arial Black"/>
                <a:cs typeface="Arial Black"/>
              </a:rPr>
              <a:t>alert</a:t>
            </a:r>
            <a:r>
              <a:rPr sz="2700" spc="-229" dirty="0">
                <a:solidFill>
                  <a:srgbClr val="00124B"/>
                </a:solidFill>
                <a:latin typeface="Arial Black"/>
                <a:cs typeface="Arial Black"/>
              </a:rPr>
              <a:t> </a:t>
            </a:r>
            <a:r>
              <a:rPr sz="2700" spc="-65" dirty="0">
                <a:solidFill>
                  <a:srgbClr val="00124B"/>
                </a:solidFill>
                <a:latin typeface="Arial Black"/>
                <a:cs typeface="Arial Black"/>
              </a:rPr>
              <a:t>registered </a:t>
            </a:r>
            <a:r>
              <a:rPr sz="2700" spc="-215" dirty="0">
                <a:solidFill>
                  <a:srgbClr val="00124B"/>
                </a:solidFill>
                <a:latin typeface="Arial Black"/>
                <a:cs typeface="Arial Black"/>
              </a:rPr>
              <a:t>emergency</a:t>
            </a:r>
            <a:r>
              <a:rPr sz="2700" spc="-204" dirty="0">
                <a:solidFill>
                  <a:srgbClr val="00124B"/>
                </a:solidFill>
                <a:latin typeface="Arial Black"/>
                <a:cs typeface="Arial Black"/>
              </a:rPr>
              <a:t> contacts,</a:t>
            </a:r>
            <a:r>
              <a:rPr sz="2700" spc="-200" dirty="0">
                <a:solidFill>
                  <a:srgbClr val="00124B"/>
                </a:solidFill>
                <a:latin typeface="Arial Black"/>
                <a:cs typeface="Arial Black"/>
              </a:rPr>
              <a:t> </a:t>
            </a:r>
            <a:r>
              <a:rPr sz="2700" spc="-204" dirty="0">
                <a:solidFill>
                  <a:srgbClr val="00124B"/>
                </a:solidFill>
                <a:latin typeface="Arial Black"/>
                <a:cs typeface="Arial Black"/>
              </a:rPr>
              <a:t>caregiver </a:t>
            </a:r>
            <a:r>
              <a:rPr sz="2700" spc="-155" dirty="0">
                <a:solidFill>
                  <a:srgbClr val="00124B"/>
                </a:solidFill>
                <a:latin typeface="Arial Black"/>
                <a:cs typeface="Arial Black"/>
              </a:rPr>
              <a:t>notifications</a:t>
            </a:r>
            <a:r>
              <a:rPr sz="2700" spc="-200" dirty="0">
                <a:solidFill>
                  <a:srgbClr val="00124B"/>
                </a:solidFill>
                <a:latin typeface="Arial Black"/>
                <a:cs typeface="Arial Black"/>
              </a:rPr>
              <a:t> </a:t>
            </a:r>
            <a:r>
              <a:rPr sz="2700" spc="-80" dirty="0">
                <a:solidFill>
                  <a:srgbClr val="00124B"/>
                </a:solidFill>
                <a:latin typeface="Arial Black"/>
                <a:cs typeface="Arial Black"/>
              </a:rPr>
              <a:t>for</a:t>
            </a:r>
            <a:r>
              <a:rPr sz="2700" spc="-204" dirty="0">
                <a:solidFill>
                  <a:srgbClr val="00124B"/>
                </a:solidFill>
                <a:latin typeface="Arial Black"/>
                <a:cs typeface="Arial Black"/>
              </a:rPr>
              <a:t> </a:t>
            </a:r>
            <a:r>
              <a:rPr sz="2700" spc="-10" dirty="0">
                <a:solidFill>
                  <a:srgbClr val="00124B"/>
                </a:solidFill>
                <a:latin typeface="Arial Black"/>
                <a:cs typeface="Arial Black"/>
              </a:rPr>
              <a:t>sharing </a:t>
            </a:r>
            <a:r>
              <a:rPr sz="2700" spc="-130" dirty="0">
                <a:solidFill>
                  <a:srgbClr val="00124B"/>
                </a:solidFill>
                <a:latin typeface="Arial Black"/>
                <a:cs typeface="Arial Black"/>
              </a:rPr>
              <a:t>important</a:t>
            </a:r>
            <a:r>
              <a:rPr sz="2700" spc="-225" dirty="0">
                <a:solidFill>
                  <a:srgbClr val="00124B"/>
                </a:solidFill>
                <a:latin typeface="Arial Black"/>
                <a:cs typeface="Arial Black"/>
              </a:rPr>
              <a:t> </a:t>
            </a:r>
            <a:r>
              <a:rPr sz="2700" spc="-155" dirty="0">
                <a:solidFill>
                  <a:srgbClr val="00124B"/>
                </a:solidFill>
                <a:latin typeface="Arial Black"/>
                <a:cs typeface="Arial Black"/>
              </a:rPr>
              <a:t>health</a:t>
            </a:r>
            <a:r>
              <a:rPr sz="2700" spc="-220" dirty="0">
                <a:solidFill>
                  <a:srgbClr val="00124B"/>
                </a:solidFill>
                <a:latin typeface="Arial Black"/>
                <a:cs typeface="Arial Black"/>
              </a:rPr>
              <a:t> </a:t>
            </a:r>
            <a:r>
              <a:rPr sz="2700" spc="-180" dirty="0">
                <a:solidFill>
                  <a:srgbClr val="00124B"/>
                </a:solidFill>
                <a:latin typeface="Arial Black"/>
                <a:cs typeface="Arial Black"/>
              </a:rPr>
              <a:t>updates</a:t>
            </a:r>
            <a:r>
              <a:rPr sz="2700" spc="-225" dirty="0">
                <a:solidFill>
                  <a:srgbClr val="00124B"/>
                </a:solidFill>
                <a:latin typeface="Arial Black"/>
                <a:cs typeface="Arial Black"/>
              </a:rPr>
              <a:t> </a:t>
            </a:r>
            <a:r>
              <a:rPr sz="2700" spc="-160" dirty="0">
                <a:solidFill>
                  <a:srgbClr val="00124B"/>
                </a:solidFill>
                <a:latin typeface="Arial Black"/>
                <a:cs typeface="Arial Black"/>
              </a:rPr>
              <a:t>and</a:t>
            </a:r>
            <a:r>
              <a:rPr sz="2700" spc="-220" dirty="0">
                <a:solidFill>
                  <a:srgbClr val="00124B"/>
                </a:solidFill>
                <a:latin typeface="Arial Black"/>
                <a:cs typeface="Arial Black"/>
              </a:rPr>
              <a:t> </a:t>
            </a:r>
            <a:r>
              <a:rPr sz="2700" spc="-215" dirty="0">
                <a:solidFill>
                  <a:srgbClr val="00124B"/>
                </a:solidFill>
                <a:latin typeface="Arial Black"/>
                <a:cs typeface="Arial Black"/>
              </a:rPr>
              <a:t>emergency</a:t>
            </a:r>
            <a:r>
              <a:rPr sz="2700" spc="-225" dirty="0">
                <a:solidFill>
                  <a:srgbClr val="00124B"/>
                </a:solidFill>
                <a:latin typeface="Arial Black"/>
                <a:cs typeface="Arial Black"/>
              </a:rPr>
              <a:t> </a:t>
            </a:r>
            <a:r>
              <a:rPr sz="2700" spc="-175" dirty="0">
                <a:solidFill>
                  <a:srgbClr val="00124B"/>
                </a:solidFill>
                <a:latin typeface="Arial Black"/>
                <a:cs typeface="Arial Black"/>
              </a:rPr>
              <a:t>alerts,</a:t>
            </a:r>
            <a:r>
              <a:rPr sz="2700" spc="-220" dirty="0">
                <a:solidFill>
                  <a:srgbClr val="00124B"/>
                </a:solidFill>
                <a:latin typeface="Arial Black"/>
                <a:cs typeface="Arial Black"/>
              </a:rPr>
              <a:t> </a:t>
            </a:r>
            <a:r>
              <a:rPr sz="2700" spc="-160" dirty="0">
                <a:solidFill>
                  <a:srgbClr val="00124B"/>
                </a:solidFill>
                <a:latin typeface="Arial Black"/>
                <a:cs typeface="Arial Black"/>
              </a:rPr>
              <a:t>and</a:t>
            </a:r>
            <a:r>
              <a:rPr sz="2700" spc="-225" dirty="0">
                <a:solidFill>
                  <a:srgbClr val="00124B"/>
                </a:solidFill>
                <a:latin typeface="Arial Black"/>
                <a:cs typeface="Arial Black"/>
              </a:rPr>
              <a:t> </a:t>
            </a:r>
            <a:r>
              <a:rPr sz="2700" spc="-10" dirty="0">
                <a:solidFill>
                  <a:srgbClr val="00124B"/>
                </a:solidFill>
                <a:latin typeface="Arial Black"/>
                <a:cs typeface="Arial Black"/>
              </a:rPr>
              <a:t>digital </a:t>
            </a:r>
            <a:r>
              <a:rPr sz="2700" spc="-190" dirty="0">
                <a:solidFill>
                  <a:srgbClr val="00124B"/>
                </a:solidFill>
                <a:latin typeface="Arial Black"/>
                <a:cs typeface="Arial Black"/>
              </a:rPr>
              <a:t>medical</a:t>
            </a:r>
            <a:r>
              <a:rPr sz="2700" spc="-225" dirty="0">
                <a:solidFill>
                  <a:srgbClr val="00124B"/>
                </a:solidFill>
                <a:latin typeface="Arial Black"/>
                <a:cs typeface="Arial Black"/>
              </a:rPr>
              <a:t> </a:t>
            </a:r>
            <a:r>
              <a:rPr sz="2700" spc="-190" dirty="0">
                <a:solidFill>
                  <a:srgbClr val="00124B"/>
                </a:solidFill>
                <a:latin typeface="Arial Black"/>
                <a:cs typeface="Arial Black"/>
              </a:rPr>
              <a:t>records</a:t>
            </a:r>
            <a:r>
              <a:rPr sz="2700" spc="-220" dirty="0">
                <a:solidFill>
                  <a:srgbClr val="00124B"/>
                </a:solidFill>
                <a:latin typeface="Arial Black"/>
                <a:cs typeface="Arial Black"/>
              </a:rPr>
              <a:t> </a:t>
            </a:r>
            <a:r>
              <a:rPr sz="2700" spc="-114" dirty="0">
                <a:solidFill>
                  <a:srgbClr val="00124B"/>
                </a:solidFill>
                <a:latin typeface="Arial Black"/>
                <a:cs typeface="Arial Black"/>
              </a:rPr>
              <a:t>to</a:t>
            </a:r>
            <a:r>
              <a:rPr sz="2700" spc="-225" dirty="0">
                <a:solidFill>
                  <a:srgbClr val="00124B"/>
                </a:solidFill>
                <a:latin typeface="Arial Black"/>
                <a:cs typeface="Arial Black"/>
              </a:rPr>
              <a:t> </a:t>
            </a:r>
            <a:r>
              <a:rPr sz="2700" spc="-170" dirty="0">
                <a:solidFill>
                  <a:srgbClr val="00124B"/>
                </a:solidFill>
                <a:latin typeface="Arial Black"/>
                <a:cs typeface="Arial Black"/>
              </a:rPr>
              <a:t>maintain</a:t>
            </a:r>
            <a:r>
              <a:rPr sz="2700" spc="-220" dirty="0">
                <a:solidFill>
                  <a:srgbClr val="00124B"/>
                </a:solidFill>
                <a:latin typeface="Arial Black"/>
                <a:cs typeface="Arial Black"/>
              </a:rPr>
              <a:t> </a:t>
            </a:r>
            <a:r>
              <a:rPr sz="2700" spc="-150" dirty="0">
                <a:solidFill>
                  <a:srgbClr val="00124B"/>
                </a:solidFill>
                <a:latin typeface="Arial Black"/>
                <a:cs typeface="Arial Black"/>
              </a:rPr>
              <a:t>the</a:t>
            </a:r>
            <a:r>
              <a:rPr sz="2700" spc="-225" dirty="0">
                <a:solidFill>
                  <a:srgbClr val="00124B"/>
                </a:solidFill>
                <a:latin typeface="Arial Black"/>
                <a:cs typeface="Arial Black"/>
              </a:rPr>
              <a:t> </a:t>
            </a:r>
            <a:r>
              <a:rPr sz="2700" spc="-175" dirty="0">
                <a:solidFill>
                  <a:srgbClr val="00124B"/>
                </a:solidFill>
                <a:latin typeface="Arial Black"/>
                <a:cs typeface="Arial Black"/>
              </a:rPr>
              <a:t>user’s</a:t>
            </a:r>
            <a:r>
              <a:rPr sz="2700" spc="-220" dirty="0">
                <a:solidFill>
                  <a:srgbClr val="00124B"/>
                </a:solidFill>
                <a:latin typeface="Arial Black"/>
                <a:cs typeface="Arial Black"/>
              </a:rPr>
              <a:t> </a:t>
            </a:r>
            <a:r>
              <a:rPr sz="2700" spc="-185" dirty="0">
                <a:solidFill>
                  <a:srgbClr val="00124B"/>
                </a:solidFill>
                <a:latin typeface="Arial Black"/>
                <a:cs typeface="Arial Black"/>
              </a:rPr>
              <a:t>symptoms,</a:t>
            </a:r>
            <a:r>
              <a:rPr sz="2700" spc="-225" dirty="0">
                <a:solidFill>
                  <a:srgbClr val="00124B"/>
                </a:solidFill>
                <a:latin typeface="Arial Black"/>
                <a:cs typeface="Arial Black"/>
              </a:rPr>
              <a:t> </a:t>
            </a:r>
            <a:r>
              <a:rPr sz="2700" spc="-10" dirty="0">
                <a:solidFill>
                  <a:srgbClr val="00124B"/>
                </a:solidFill>
                <a:latin typeface="Arial Black"/>
                <a:cs typeface="Arial Black"/>
              </a:rPr>
              <a:t>previous </a:t>
            </a:r>
            <a:r>
              <a:rPr sz="2700" spc="-175" dirty="0">
                <a:solidFill>
                  <a:srgbClr val="00124B"/>
                </a:solidFill>
                <a:latin typeface="Arial Black"/>
                <a:cs typeface="Arial Black"/>
              </a:rPr>
              <a:t>consultations,</a:t>
            </a:r>
            <a:r>
              <a:rPr sz="2700" spc="-210" dirty="0">
                <a:solidFill>
                  <a:srgbClr val="00124B"/>
                </a:solidFill>
                <a:latin typeface="Arial Black"/>
                <a:cs typeface="Arial Black"/>
              </a:rPr>
              <a:t> </a:t>
            </a:r>
            <a:r>
              <a:rPr sz="2700" spc="-200" dirty="0">
                <a:solidFill>
                  <a:srgbClr val="00124B"/>
                </a:solidFill>
                <a:latin typeface="Arial Black"/>
                <a:cs typeface="Arial Black"/>
              </a:rPr>
              <a:t>medicines</a:t>
            </a:r>
            <a:r>
              <a:rPr sz="2700" spc="-210" dirty="0">
                <a:solidFill>
                  <a:srgbClr val="00124B"/>
                </a:solidFill>
                <a:latin typeface="Arial Black"/>
                <a:cs typeface="Arial Black"/>
              </a:rPr>
              <a:t> </a:t>
            </a:r>
            <a:r>
              <a:rPr sz="2700" spc="-160" dirty="0">
                <a:solidFill>
                  <a:srgbClr val="00124B"/>
                </a:solidFill>
                <a:latin typeface="Arial Black"/>
                <a:cs typeface="Arial Black"/>
              </a:rPr>
              <a:t>and</a:t>
            </a:r>
            <a:r>
              <a:rPr sz="2700" spc="-204" dirty="0">
                <a:solidFill>
                  <a:srgbClr val="00124B"/>
                </a:solidFill>
                <a:latin typeface="Arial Black"/>
                <a:cs typeface="Arial Black"/>
              </a:rPr>
              <a:t> </a:t>
            </a:r>
            <a:r>
              <a:rPr sz="2700" spc="-130" dirty="0">
                <a:solidFill>
                  <a:srgbClr val="00124B"/>
                </a:solidFill>
                <a:latin typeface="Arial Black"/>
                <a:cs typeface="Arial Black"/>
              </a:rPr>
              <a:t>other</a:t>
            </a:r>
            <a:r>
              <a:rPr sz="2700" spc="-210" dirty="0">
                <a:solidFill>
                  <a:srgbClr val="00124B"/>
                </a:solidFill>
                <a:latin typeface="Arial Black"/>
                <a:cs typeface="Arial Black"/>
              </a:rPr>
              <a:t> </a:t>
            </a:r>
            <a:r>
              <a:rPr sz="2700" spc="-155" dirty="0">
                <a:solidFill>
                  <a:srgbClr val="00124B"/>
                </a:solidFill>
                <a:latin typeface="Arial Black"/>
                <a:cs typeface="Arial Black"/>
              </a:rPr>
              <a:t>health</a:t>
            </a:r>
            <a:r>
              <a:rPr sz="2700" spc="-204" dirty="0">
                <a:solidFill>
                  <a:srgbClr val="00124B"/>
                </a:solidFill>
                <a:latin typeface="Arial Black"/>
                <a:cs typeface="Arial Black"/>
              </a:rPr>
              <a:t> </a:t>
            </a:r>
            <a:r>
              <a:rPr sz="2700" spc="-135" dirty="0">
                <a:solidFill>
                  <a:srgbClr val="00124B"/>
                </a:solidFill>
                <a:latin typeface="Arial Black"/>
                <a:cs typeface="Arial Black"/>
              </a:rPr>
              <a:t>information</a:t>
            </a:r>
            <a:r>
              <a:rPr sz="2700" spc="-210" dirty="0">
                <a:solidFill>
                  <a:srgbClr val="00124B"/>
                </a:solidFill>
                <a:latin typeface="Arial Black"/>
                <a:cs typeface="Arial Black"/>
              </a:rPr>
              <a:t> </a:t>
            </a:r>
            <a:r>
              <a:rPr sz="2700" spc="-25" dirty="0">
                <a:solidFill>
                  <a:srgbClr val="00124B"/>
                </a:solidFill>
                <a:latin typeface="Arial Black"/>
                <a:cs typeface="Arial Black"/>
              </a:rPr>
              <a:t>for </a:t>
            </a:r>
            <a:r>
              <a:rPr sz="2700" spc="-120" dirty="0">
                <a:solidFill>
                  <a:srgbClr val="00124B"/>
                </a:solidFill>
                <a:latin typeface="Arial Black"/>
                <a:cs typeface="Arial Black"/>
              </a:rPr>
              <a:t>future</a:t>
            </a:r>
            <a:r>
              <a:rPr sz="2700" spc="-235" dirty="0">
                <a:solidFill>
                  <a:srgbClr val="00124B"/>
                </a:solidFill>
                <a:latin typeface="Arial Black"/>
                <a:cs typeface="Arial Black"/>
              </a:rPr>
              <a:t> </a:t>
            </a:r>
            <a:r>
              <a:rPr sz="2700" spc="-80" dirty="0">
                <a:solidFill>
                  <a:srgbClr val="00124B"/>
                </a:solidFill>
                <a:latin typeface="Arial Black"/>
                <a:cs typeface="Arial Black"/>
              </a:rPr>
              <a:t>reference.</a:t>
            </a:r>
            <a:endParaRPr sz="2700">
              <a:latin typeface="Arial Black"/>
              <a:cs typeface="Arial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image illustrates a user interface for NalamAl Smart Healthcare Assistant, which includes various healthcare service modules like symptom checker, medication reminders, telemedicine support, emergency SOS, and caregiver notifications, all connected to provide health guidance and support.&#10;&#10;AI-generated content may be incorrect.">
            <a:extLst>
              <a:ext uri="{FF2B5EF4-FFF2-40B4-BE49-F238E27FC236}">
                <a16:creationId xmlns:a16="http://schemas.microsoft.com/office/drawing/2014/main" id="{C6178A27-6B79-8970-03A8-B4A80CB5DB26}"/>
              </a:ext>
            </a:extLst>
          </p:cNvPr>
          <p:cNvPicPr>
            <a:picLocks noChangeAspect="1"/>
          </p:cNvPicPr>
          <p:nvPr/>
        </p:nvPicPr>
        <p:blipFill>
          <a:blip r:embed="rId2"/>
          <a:stretch>
            <a:fillRect/>
          </a:stretch>
        </p:blipFill>
        <p:spPr>
          <a:xfrm>
            <a:off x="1905000" y="342900"/>
            <a:ext cx="15087600" cy="9448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6561470" y="1357539"/>
            <a:ext cx="4366260" cy="817880"/>
          </a:xfrm>
          <a:prstGeom prst="rect">
            <a:avLst/>
          </a:prstGeom>
        </p:spPr>
        <p:txBody>
          <a:bodyPr vert="horz" wrap="square" lIns="0" tIns="12700" rIns="0" bIns="0" rtlCol="0">
            <a:spAutoFit/>
          </a:bodyPr>
          <a:lstStyle/>
          <a:p>
            <a:pPr marL="12700">
              <a:lnSpc>
                <a:spcPct val="100000"/>
              </a:lnSpc>
              <a:spcBef>
                <a:spcPts val="100"/>
              </a:spcBef>
            </a:pPr>
            <a:r>
              <a:rPr spc="-229" dirty="0">
                <a:solidFill>
                  <a:srgbClr val="FFFFFF"/>
                </a:solidFill>
              </a:rPr>
              <a:t>Module</a:t>
            </a:r>
            <a:r>
              <a:rPr spc="-480" dirty="0">
                <a:solidFill>
                  <a:srgbClr val="FFFFFF"/>
                </a:solidFill>
              </a:rPr>
              <a:t> </a:t>
            </a:r>
            <a:r>
              <a:rPr spc="-375" dirty="0">
                <a:solidFill>
                  <a:srgbClr val="FFFFFF"/>
                </a:solidFill>
              </a:rPr>
              <a:t>used:</a:t>
            </a:r>
          </a:p>
        </p:txBody>
      </p:sp>
      <p:sp>
        <p:nvSpPr>
          <p:cNvPr id="2" name="object 2"/>
          <p:cNvSpPr txBox="1">
            <a:spLocks noGrp="1"/>
          </p:cNvSpPr>
          <p:nvPr>
            <p:ph type="body" idx="1"/>
          </p:nvPr>
        </p:nvSpPr>
        <p:spPr>
          <a:prstGeom prst="rect">
            <a:avLst/>
          </a:prstGeom>
        </p:spPr>
        <p:txBody>
          <a:bodyPr vert="horz" wrap="square" lIns="0" tIns="12700" rIns="0" bIns="0" rtlCol="0">
            <a:spAutoFit/>
          </a:bodyPr>
          <a:lstStyle/>
          <a:p>
            <a:pPr marL="12700" marR="5080" indent="1826260">
              <a:lnSpc>
                <a:spcPct val="115100"/>
              </a:lnSpc>
              <a:spcBef>
                <a:spcPts val="100"/>
              </a:spcBef>
            </a:pPr>
            <a:r>
              <a:rPr spc="270" dirty="0"/>
              <a:t>Symptom</a:t>
            </a:r>
            <a:r>
              <a:rPr spc="-130" dirty="0"/>
              <a:t> </a:t>
            </a:r>
            <a:r>
              <a:rPr spc="114" dirty="0"/>
              <a:t>Checker</a:t>
            </a:r>
            <a:r>
              <a:rPr spc="-130" dirty="0"/>
              <a:t> </a:t>
            </a:r>
            <a:r>
              <a:rPr spc="254" dirty="0"/>
              <a:t>Module</a:t>
            </a:r>
            <a:r>
              <a:rPr spc="-130" dirty="0"/>
              <a:t> </a:t>
            </a:r>
            <a:r>
              <a:rPr spc="-1515" dirty="0"/>
              <a:t>→</a:t>
            </a:r>
            <a:r>
              <a:rPr spc="-130" dirty="0"/>
              <a:t> </a:t>
            </a:r>
            <a:r>
              <a:rPr spc="105" dirty="0"/>
              <a:t>analyses</a:t>
            </a:r>
            <a:r>
              <a:rPr spc="-130" dirty="0"/>
              <a:t> </a:t>
            </a:r>
            <a:r>
              <a:rPr spc="250" dirty="0"/>
              <a:t>symptoms </a:t>
            </a:r>
            <a:r>
              <a:rPr spc="210" dirty="0"/>
              <a:t>Medicine</a:t>
            </a:r>
            <a:r>
              <a:rPr spc="-140" dirty="0"/>
              <a:t> </a:t>
            </a:r>
            <a:r>
              <a:rPr spc="165" dirty="0"/>
              <a:t>Reminder</a:t>
            </a:r>
            <a:r>
              <a:rPr spc="-135" dirty="0"/>
              <a:t> </a:t>
            </a:r>
            <a:r>
              <a:rPr spc="254" dirty="0"/>
              <a:t>Module</a:t>
            </a:r>
            <a:r>
              <a:rPr spc="-140" dirty="0"/>
              <a:t> </a:t>
            </a:r>
            <a:r>
              <a:rPr spc="-1515" dirty="0"/>
              <a:t>→</a:t>
            </a:r>
            <a:r>
              <a:rPr spc="-135" dirty="0"/>
              <a:t> </a:t>
            </a:r>
            <a:r>
              <a:rPr spc="215" dirty="0"/>
              <a:t>reminds</a:t>
            </a:r>
            <a:r>
              <a:rPr spc="-140" dirty="0"/>
              <a:t> </a:t>
            </a:r>
            <a:r>
              <a:rPr spc="120" dirty="0"/>
              <a:t>users</a:t>
            </a:r>
            <a:r>
              <a:rPr spc="-135" dirty="0"/>
              <a:t> </a:t>
            </a:r>
            <a:r>
              <a:rPr spc="409" dirty="0"/>
              <a:t>to</a:t>
            </a:r>
            <a:r>
              <a:rPr spc="-135" dirty="0"/>
              <a:t> </a:t>
            </a:r>
            <a:r>
              <a:rPr spc="150" dirty="0"/>
              <a:t>take</a:t>
            </a:r>
            <a:r>
              <a:rPr spc="-140" dirty="0"/>
              <a:t> </a:t>
            </a:r>
            <a:r>
              <a:rPr spc="180" dirty="0"/>
              <a:t>medicines</a:t>
            </a:r>
          </a:p>
          <a:p>
            <a:pPr marL="3579495" marR="1358265" indent="-2214245">
              <a:lnSpc>
                <a:spcPct val="115100"/>
              </a:lnSpc>
            </a:pPr>
            <a:r>
              <a:rPr spc="145" dirty="0"/>
              <a:t>Telemedicine</a:t>
            </a:r>
            <a:r>
              <a:rPr spc="-135" dirty="0"/>
              <a:t> </a:t>
            </a:r>
            <a:r>
              <a:rPr spc="254" dirty="0"/>
              <a:t>Module</a:t>
            </a:r>
            <a:r>
              <a:rPr spc="-130" dirty="0"/>
              <a:t> </a:t>
            </a:r>
            <a:r>
              <a:rPr spc="-1515" dirty="0"/>
              <a:t>→</a:t>
            </a:r>
            <a:r>
              <a:rPr spc="-135" dirty="0"/>
              <a:t> </a:t>
            </a:r>
            <a:r>
              <a:rPr spc="235" dirty="0"/>
              <a:t>connects</a:t>
            </a:r>
            <a:r>
              <a:rPr spc="-130" dirty="0"/>
              <a:t> </a:t>
            </a:r>
            <a:r>
              <a:rPr spc="120" dirty="0"/>
              <a:t>users</a:t>
            </a:r>
            <a:r>
              <a:rPr spc="-130" dirty="0"/>
              <a:t> </a:t>
            </a:r>
            <a:r>
              <a:rPr spc="320" dirty="0"/>
              <a:t>with</a:t>
            </a:r>
            <a:r>
              <a:rPr spc="-135" dirty="0"/>
              <a:t> </a:t>
            </a:r>
            <a:r>
              <a:rPr spc="275" dirty="0"/>
              <a:t>doctors </a:t>
            </a:r>
            <a:r>
              <a:rPr spc="-190" dirty="0"/>
              <a:t>SOS</a:t>
            </a:r>
            <a:r>
              <a:rPr spc="-130" dirty="0"/>
              <a:t> </a:t>
            </a:r>
            <a:r>
              <a:rPr spc="254" dirty="0"/>
              <a:t>Module</a:t>
            </a:r>
            <a:r>
              <a:rPr spc="-130" dirty="0"/>
              <a:t> </a:t>
            </a:r>
            <a:r>
              <a:rPr spc="-1515" dirty="0"/>
              <a:t>→</a:t>
            </a:r>
            <a:r>
              <a:rPr spc="-130" dirty="0"/>
              <a:t> </a:t>
            </a:r>
            <a:r>
              <a:rPr spc="175" dirty="0"/>
              <a:t>handles</a:t>
            </a:r>
            <a:r>
              <a:rPr spc="-130" dirty="0"/>
              <a:t> </a:t>
            </a:r>
            <a:r>
              <a:rPr spc="125" dirty="0"/>
              <a:t>emergencies</a:t>
            </a:r>
          </a:p>
          <a:p>
            <a:pPr marL="1303020">
              <a:lnSpc>
                <a:spcPct val="100000"/>
              </a:lnSpc>
              <a:spcBef>
                <a:spcPts val="810"/>
              </a:spcBef>
            </a:pPr>
            <a:r>
              <a:rPr spc="210" dirty="0"/>
              <a:t>Medical</a:t>
            </a:r>
            <a:r>
              <a:rPr spc="-140" dirty="0"/>
              <a:t> </a:t>
            </a:r>
            <a:r>
              <a:rPr spc="120" dirty="0"/>
              <a:t>Records</a:t>
            </a:r>
            <a:r>
              <a:rPr spc="-135" dirty="0"/>
              <a:t> </a:t>
            </a:r>
            <a:r>
              <a:rPr spc="254" dirty="0"/>
              <a:t>Module</a:t>
            </a:r>
            <a:r>
              <a:rPr spc="-135" dirty="0"/>
              <a:t> </a:t>
            </a:r>
            <a:r>
              <a:rPr spc="-1515" dirty="0"/>
              <a:t>→</a:t>
            </a:r>
            <a:r>
              <a:rPr spc="-135" dirty="0"/>
              <a:t> </a:t>
            </a:r>
            <a:r>
              <a:rPr spc="185" dirty="0"/>
              <a:t>stores</a:t>
            </a:r>
            <a:r>
              <a:rPr spc="-135" dirty="0"/>
              <a:t> </a:t>
            </a:r>
            <a:r>
              <a:rPr spc="245" dirty="0"/>
              <a:t>health</a:t>
            </a:r>
            <a:r>
              <a:rPr spc="-135" dirty="0"/>
              <a:t> </a:t>
            </a:r>
            <a:r>
              <a:rPr spc="275" dirty="0"/>
              <a:t>information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14601" y="419101"/>
            <a:ext cx="13487400" cy="9525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3418" y="164072"/>
            <a:ext cx="16066769" cy="9949180"/>
          </a:xfrm>
          <a:prstGeom prst="rect">
            <a:avLst/>
          </a:prstGeom>
        </p:spPr>
        <p:txBody>
          <a:bodyPr vert="horz" wrap="square" lIns="0" tIns="13970" rIns="0" bIns="0" rtlCol="0">
            <a:spAutoFit/>
          </a:bodyPr>
          <a:lstStyle/>
          <a:p>
            <a:pPr marL="207645" indent="-194945">
              <a:lnSpc>
                <a:spcPct val="100000"/>
              </a:lnSpc>
              <a:spcBef>
                <a:spcPts val="110"/>
              </a:spcBef>
              <a:buClr>
                <a:srgbClr val="E6F5FF"/>
              </a:buClr>
              <a:buFont typeface="Arial"/>
              <a:buAutoNum type="arabicPlain"/>
              <a:tabLst>
                <a:tab pos="207645" algn="l"/>
              </a:tabLst>
            </a:pPr>
            <a:r>
              <a:rPr sz="1050" spc="55" dirty="0">
                <a:solidFill>
                  <a:srgbClr val="E6F5FF"/>
                </a:solidFill>
                <a:latin typeface="Arial"/>
                <a:cs typeface="Arial"/>
              </a:rPr>
              <a:t>World</a:t>
            </a:r>
            <a:r>
              <a:rPr sz="1050" spc="140" dirty="0">
                <a:solidFill>
                  <a:srgbClr val="E6F5FF"/>
                </a:solidFill>
                <a:latin typeface="Arial"/>
                <a:cs typeface="Arial"/>
              </a:rPr>
              <a:t> </a:t>
            </a:r>
            <a:r>
              <a:rPr sz="1050" spc="50" dirty="0">
                <a:solidFill>
                  <a:srgbClr val="E6F5FF"/>
                </a:solidFill>
                <a:latin typeface="Arial"/>
                <a:cs typeface="Arial"/>
              </a:rPr>
              <a:t>Health</a:t>
            </a:r>
            <a:r>
              <a:rPr sz="1050" spc="145" dirty="0">
                <a:solidFill>
                  <a:srgbClr val="E6F5FF"/>
                </a:solidFill>
                <a:latin typeface="Arial"/>
                <a:cs typeface="Arial"/>
              </a:rPr>
              <a:t> </a:t>
            </a:r>
            <a:r>
              <a:rPr sz="1050" dirty="0">
                <a:solidFill>
                  <a:srgbClr val="E6F5FF"/>
                </a:solidFill>
                <a:latin typeface="Arial"/>
                <a:cs typeface="Arial"/>
              </a:rPr>
              <a:t>Organization</a:t>
            </a:r>
            <a:r>
              <a:rPr sz="1050" spc="140" dirty="0">
                <a:solidFill>
                  <a:srgbClr val="E6F5FF"/>
                </a:solidFill>
                <a:latin typeface="Arial"/>
                <a:cs typeface="Arial"/>
              </a:rPr>
              <a:t> </a:t>
            </a:r>
            <a:r>
              <a:rPr sz="1050" dirty="0">
                <a:solidFill>
                  <a:srgbClr val="E6F5FF"/>
                </a:solidFill>
                <a:latin typeface="Arial"/>
                <a:cs typeface="Arial"/>
              </a:rPr>
              <a:t>(WHO),</a:t>
            </a:r>
            <a:r>
              <a:rPr sz="1050" spc="145" dirty="0">
                <a:solidFill>
                  <a:srgbClr val="E6F5FF"/>
                </a:solidFill>
                <a:latin typeface="Arial"/>
                <a:cs typeface="Arial"/>
              </a:rPr>
              <a:t> </a:t>
            </a:r>
            <a:r>
              <a:rPr sz="1050" dirty="0">
                <a:solidFill>
                  <a:srgbClr val="E6F5FF"/>
                </a:solidFill>
                <a:latin typeface="Arial"/>
                <a:cs typeface="Arial"/>
              </a:rPr>
              <a:t>Global</a:t>
            </a:r>
            <a:r>
              <a:rPr sz="1050" spc="140" dirty="0">
                <a:solidFill>
                  <a:srgbClr val="E6F5FF"/>
                </a:solidFill>
                <a:latin typeface="Arial"/>
                <a:cs typeface="Arial"/>
              </a:rPr>
              <a:t> </a:t>
            </a:r>
            <a:r>
              <a:rPr sz="1050" dirty="0">
                <a:solidFill>
                  <a:srgbClr val="E6F5FF"/>
                </a:solidFill>
                <a:latin typeface="Arial"/>
                <a:cs typeface="Arial"/>
              </a:rPr>
              <a:t>Strategy</a:t>
            </a:r>
            <a:r>
              <a:rPr sz="1050" spc="145" dirty="0">
                <a:solidFill>
                  <a:srgbClr val="E6F5FF"/>
                </a:solidFill>
                <a:latin typeface="Arial"/>
                <a:cs typeface="Arial"/>
              </a:rPr>
              <a:t> </a:t>
            </a:r>
            <a:r>
              <a:rPr sz="1050" spc="65" dirty="0">
                <a:solidFill>
                  <a:srgbClr val="E6F5FF"/>
                </a:solidFill>
                <a:latin typeface="Arial"/>
                <a:cs typeface="Arial"/>
              </a:rPr>
              <a:t>on</a:t>
            </a:r>
            <a:r>
              <a:rPr sz="1050" spc="145" dirty="0">
                <a:solidFill>
                  <a:srgbClr val="E6F5FF"/>
                </a:solidFill>
                <a:latin typeface="Arial"/>
                <a:cs typeface="Arial"/>
              </a:rPr>
              <a:t> </a:t>
            </a:r>
            <a:r>
              <a:rPr sz="1050" dirty="0">
                <a:solidFill>
                  <a:srgbClr val="E6F5FF"/>
                </a:solidFill>
                <a:latin typeface="Arial"/>
                <a:cs typeface="Arial"/>
              </a:rPr>
              <a:t>Digital</a:t>
            </a:r>
            <a:r>
              <a:rPr sz="1050" spc="140" dirty="0">
                <a:solidFill>
                  <a:srgbClr val="E6F5FF"/>
                </a:solidFill>
                <a:latin typeface="Arial"/>
                <a:cs typeface="Arial"/>
              </a:rPr>
              <a:t> </a:t>
            </a:r>
            <a:r>
              <a:rPr sz="1050" spc="50" dirty="0">
                <a:solidFill>
                  <a:srgbClr val="E6F5FF"/>
                </a:solidFill>
                <a:latin typeface="Arial"/>
                <a:cs typeface="Arial"/>
              </a:rPr>
              <a:t>Health</a:t>
            </a:r>
            <a:r>
              <a:rPr sz="1050" spc="145" dirty="0">
                <a:solidFill>
                  <a:srgbClr val="E6F5FF"/>
                </a:solidFill>
                <a:latin typeface="Arial"/>
                <a:cs typeface="Arial"/>
              </a:rPr>
              <a:t> </a:t>
            </a:r>
            <a:r>
              <a:rPr sz="1050" dirty="0">
                <a:solidFill>
                  <a:srgbClr val="E6F5FF"/>
                </a:solidFill>
                <a:latin typeface="Arial"/>
                <a:cs typeface="Arial"/>
              </a:rPr>
              <a:t>2020–2025.</a:t>
            </a:r>
            <a:r>
              <a:rPr sz="1050" spc="140" dirty="0">
                <a:solidFill>
                  <a:srgbClr val="E6F5FF"/>
                </a:solidFill>
                <a:latin typeface="Arial"/>
                <a:cs typeface="Arial"/>
              </a:rPr>
              <a:t> </a:t>
            </a:r>
            <a:r>
              <a:rPr sz="1050" dirty="0">
                <a:solidFill>
                  <a:srgbClr val="E6F5FF"/>
                </a:solidFill>
                <a:latin typeface="Arial"/>
                <a:cs typeface="Arial"/>
              </a:rPr>
              <a:t>Geneva,</a:t>
            </a:r>
            <a:r>
              <a:rPr sz="1050" spc="145" dirty="0">
                <a:solidFill>
                  <a:srgbClr val="E6F5FF"/>
                </a:solidFill>
                <a:latin typeface="Arial"/>
                <a:cs typeface="Arial"/>
              </a:rPr>
              <a:t> </a:t>
            </a:r>
            <a:r>
              <a:rPr sz="1050" dirty="0">
                <a:solidFill>
                  <a:srgbClr val="E6F5FF"/>
                </a:solidFill>
                <a:latin typeface="Arial"/>
                <a:cs typeface="Arial"/>
              </a:rPr>
              <a:t>Switzerland:</a:t>
            </a:r>
            <a:r>
              <a:rPr sz="1050" spc="140" dirty="0">
                <a:solidFill>
                  <a:srgbClr val="E6F5FF"/>
                </a:solidFill>
                <a:latin typeface="Arial"/>
                <a:cs typeface="Arial"/>
              </a:rPr>
              <a:t> </a:t>
            </a:r>
            <a:r>
              <a:rPr sz="1050" dirty="0">
                <a:solidFill>
                  <a:srgbClr val="E6F5FF"/>
                </a:solidFill>
                <a:latin typeface="Arial"/>
                <a:cs typeface="Arial"/>
              </a:rPr>
              <a:t>WHO,</a:t>
            </a:r>
            <a:r>
              <a:rPr sz="1050" spc="145" dirty="0">
                <a:solidFill>
                  <a:srgbClr val="E6F5FF"/>
                </a:solidFill>
                <a:latin typeface="Arial"/>
                <a:cs typeface="Arial"/>
              </a:rPr>
              <a:t> </a:t>
            </a:r>
            <a:r>
              <a:rPr sz="1050" spc="-10" dirty="0">
                <a:solidFill>
                  <a:srgbClr val="E6F5FF"/>
                </a:solidFill>
                <a:latin typeface="Arial"/>
                <a:cs typeface="Arial"/>
              </a:rPr>
              <a:t>2021.</a:t>
            </a:r>
            <a:endParaRPr sz="1050">
              <a:latin typeface="Arial"/>
              <a:cs typeface="Arial"/>
            </a:endParaRPr>
          </a:p>
          <a:p>
            <a:pPr>
              <a:lnSpc>
                <a:spcPct val="100000"/>
              </a:lnSpc>
              <a:spcBef>
                <a:spcPts val="170"/>
              </a:spcBef>
              <a:buAutoNum type="arabicPlain"/>
            </a:pPr>
            <a:endParaRPr sz="1050">
              <a:latin typeface="Arial"/>
              <a:cs typeface="Arial"/>
            </a:endParaRPr>
          </a:p>
          <a:p>
            <a:pPr marL="226695" indent="-213995">
              <a:lnSpc>
                <a:spcPct val="100000"/>
              </a:lnSpc>
              <a:spcBef>
                <a:spcPts val="5"/>
              </a:spcBef>
              <a:buAutoNum type="arabicPlain"/>
              <a:tabLst>
                <a:tab pos="226695" algn="l"/>
              </a:tabLst>
            </a:pPr>
            <a:r>
              <a:rPr sz="1150" spc="50" dirty="0">
                <a:solidFill>
                  <a:srgbClr val="E6F5FF"/>
                </a:solidFill>
                <a:latin typeface="Arial"/>
                <a:cs typeface="Arial"/>
              </a:rPr>
              <a:t>World</a:t>
            </a:r>
            <a:r>
              <a:rPr sz="1150" spc="70" dirty="0">
                <a:solidFill>
                  <a:srgbClr val="E6F5FF"/>
                </a:solidFill>
                <a:latin typeface="Arial"/>
                <a:cs typeface="Arial"/>
              </a:rPr>
              <a:t> </a:t>
            </a:r>
            <a:r>
              <a:rPr sz="1150" spc="50" dirty="0">
                <a:solidFill>
                  <a:srgbClr val="E6F5FF"/>
                </a:solidFill>
                <a:latin typeface="Arial"/>
                <a:cs typeface="Arial"/>
              </a:rPr>
              <a:t>Health</a:t>
            </a:r>
            <a:r>
              <a:rPr sz="1150" spc="70" dirty="0">
                <a:solidFill>
                  <a:srgbClr val="E6F5FF"/>
                </a:solidFill>
                <a:latin typeface="Arial"/>
                <a:cs typeface="Arial"/>
              </a:rPr>
              <a:t> </a:t>
            </a:r>
            <a:r>
              <a:rPr sz="1150" dirty="0">
                <a:solidFill>
                  <a:srgbClr val="E6F5FF"/>
                </a:solidFill>
                <a:latin typeface="Arial"/>
                <a:cs typeface="Arial"/>
              </a:rPr>
              <a:t>Organization,</a:t>
            </a:r>
            <a:r>
              <a:rPr sz="1150" spc="75" dirty="0">
                <a:solidFill>
                  <a:srgbClr val="E6F5FF"/>
                </a:solidFill>
                <a:latin typeface="Arial"/>
                <a:cs typeface="Arial"/>
              </a:rPr>
              <a:t> </a:t>
            </a:r>
            <a:r>
              <a:rPr sz="1150" dirty="0">
                <a:solidFill>
                  <a:srgbClr val="E6F5FF"/>
                </a:solidFill>
                <a:latin typeface="Arial"/>
                <a:cs typeface="Arial"/>
              </a:rPr>
              <a:t>Telemedicine:</a:t>
            </a:r>
            <a:r>
              <a:rPr sz="1150" spc="70" dirty="0">
                <a:solidFill>
                  <a:srgbClr val="E6F5FF"/>
                </a:solidFill>
                <a:latin typeface="Arial"/>
                <a:cs typeface="Arial"/>
              </a:rPr>
              <a:t> </a:t>
            </a:r>
            <a:r>
              <a:rPr sz="1150" spc="60" dirty="0">
                <a:solidFill>
                  <a:srgbClr val="E6F5FF"/>
                </a:solidFill>
                <a:latin typeface="Arial"/>
                <a:cs typeface="Arial"/>
              </a:rPr>
              <a:t>Opportunities</a:t>
            </a:r>
            <a:r>
              <a:rPr sz="1150" spc="70" dirty="0">
                <a:solidFill>
                  <a:srgbClr val="E6F5FF"/>
                </a:solidFill>
                <a:latin typeface="Arial"/>
                <a:cs typeface="Arial"/>
              </a:rPr>
              <a:t> </a:t>
            </a:r>
            <a:r>
              <a:rPr sz="1150" spc="50" dirty="0">
                <a:solidFill>
                  <a:srgbClr val="E6F5FF"/>
                </a:solidFill>
                <a:latin typeface="Arial"/>
                <a:cs typeface="Arial"/>
              </a:rPr>
              <a:t>and</a:t>
            </a:r>
            <a:r>
              <a:rPr sz="1150" spc="75" dirty="0">
                <a:solidFill>
                  <a:srgbClr val="E6F5FF"/>
                </a:solidFill>
                <a:latin typeface="Arial"/>
                <a:cs typeface="Arial"/>
              </a:rPr>
              <a:t> </a:t>
            </a:r>
            <a:r>
              <a:rPr sz="1150" spc="50" dirty="0">
                <a:solidFill>
                  <a:srgbClr val="E6F5FF"/>
                </a:solidFill>
                <a:latin typeface="Arial"/>
                <a:cs typeface="Arial"/>
              </a:rPr>
              <a:t>Developments</a:t>
            </a:r>
            <a:r>
              <a:rPr sz="1150" spc="70" dirty="0">
                <a:solidFill>
                  <a:srgbClr val="E6F5FF"/>
                </a:solidFill>
                <a:latin typeface="Arial"/>
                <a:cs typeface="Arial"/>
              </a:rPr>
              <a:t> </a:t>
            </a:r>
            <a:r>
              <a:rPr sz="1150" spc="60" dirty="0">
                <a:solidFill>
                  <a:srgbClr val="E6F5FF"/>
                </a:solidFill>
                <a:latin typeface="Arial"/>
                <a:cs typeface="Arial"/>
              </a:rPr>
              <a:t>in</a:t>
            </a:r>
            <a:r>
              <a:rPr sz="1150" spc="70" dirty="0">
                <a:solidFill>
                  <a:srgbClr val="E6F5FF"/>
                </a:solidFill>
                <a:latin typeface="Arial"/>
                <a:cs typeface="Arial"/>
              </a:rPr>
              <a:t> </a:t>
            </a:r>
            <a:r>
              <a:rPr sz="1150" spc="55" dirty="0">
                <a:solidFill>
                  <a:srgbClr val="E6F5FF"/>
                </a:solidFill>
                <a:latin typeface="Arial"/>
                <a:cs typeface="Arial"/>
              </a:rPr>
              <a:t>Member</a:t>
            </a:r>
            <a:r>
              <a:rPr sz="1150" spc="75" dirty="0">
                <a:solidFill>
                  <a:srgbClr val="E6F5FF"/>
                </a:solidFill>
                <a:latin typeface="Arial"/>
                <a:cs typeface="Arial"/>
              </a:rPr>
              <a:t> </a:t>
            </a:r>
            <a:r>
              <a:rPr sz="1150" dirty="0">
                <a:solidFill>
                  <a:srgbClr val="E6F5FF"/>
                </a:solidFill>
                <a:latin typeface="Arial"/>
                <a:cs typeface="Arial"/>
              </a:rPr>
              <a:t>States.</a:t>
            </a:r>
            <a:r>
              <a:rPr sz="1150" spc="70" dirty="0">
                <a:solidFill>
                  <a:srgbClr val="E6F5FF"/>
                </a:solidFill>
                <a:latin typeface="Arial"/>
                <a:cs typeface="Arial"/>
              </a:rPr>
              <a:t> </a:t>
            </a:r>
            <a:r>
              <a:rPr sz="1150" dirty="0">
                <a:solidFill>
                  <a:srgbClr val="E6F5FF"/>
                </a:solidFill>
                <a:latin typeface="Arial"/>
                <a:cs typeface="Arial"/>
              </a:rPr>
              <a:t>Geneva,</a:t>
            </a:r>
            <a:r>
              <a:rPr sz="1150" spc="75" dirty="0">
                <a:solidFill>
                  <a:srgbClr val="E6F5FF"/>
                </a:solidFill>
                <a:latin typeface="Arial"/>
                <a:cs typeface="Arial"/>
              </a:rPr>
              <a:t> </a:t>
            </a:r>
            <a:r>
              <a:rPr sz="1150" dirty="0">
                <a:solidFill>
                  <a:srgbClr val="E6F5FF"/>
                </a:solidFill>
                <a:latin typeface="Arial"/>
                <a:cs typeface="Arial"/>
              </a:rPr>
              <a:t>Switzerland:</a:t>
            </a:r>
            <a:r>
              <a:rPr sz="1150" spc="70" dirty="0">
                <a:solidFill>
                  <a:srgbClr val="E6F5FF"/>
                </a:solidFill>
                <a:latin typeface="Arial"/>
                <a:cs typeface="Arial"/>
              </a:rPr>
              <a:t> </a:t>
            </a:r>
            <a:r>
              <a:rPr sz="1150" dirty="0">
                <a:solidFill>
                  <a:srgbClr val="E6F5FF"/>
                </a:solidFill>
                <a:latin typeface="Arial"/>
                <a:cs typeface="Arial"/>
              </a:rPr>
              <a:t>WHO</a:t>
            </a:r>
            <a:r>
              <a:rPr sz="1150" spc="70" dirty="0">
                <a:solidFill>
                  <a:srgbClr val="E6F5FF"/>
                </a:solidFill>
                <a:latin typeface="Arial"/>
                <a:cs typeface="Arial"/>
              </a:rPr>
              <a:t> </a:t>
            </a:r>
            <a:r>
              <a:rPr sz="1150" dirty="0">
                <a:solidFill>
                  <a:srgbClr val="E6F5FF"/>
                </a:solidFill>
                <a:latin typeface="Arial"/>
                <a:cs typeface="Arial"/>
              </a:rPr>
              <a:t>Press,</a:t>
            </a:r>
            <a:r>
              <a:rPr sz="1150" spc="75" dirty="0">
                <a:solidFill>
                  <a:srgbClr val="E6F5FF"/>
                </a:solidFill>
                <a:latin typeface="Arial"/>
                <a:cs typeface="Arial"/>
              </a:rPr>
              <a:t> </a:t>
            </a:r>
            <a:r>
              <a:rPr sz="1150" spc="-10" dirty="0">
                <a:solidFill>
                  <a:srgbClr val="E6F5FF"/>
                </a:solidFill>
                <a:latin typeface="Arial"/>
                <a:cs typeface="Arial"/>
              </a:rPr>
              <a:t>2010.</a:t>
            </a:r>
            <a:endParaRPr sz="1150">
              <a:latin typeface="Arial"/>
              <a:cs typeface="Arial"/>
            </a:endParaRPr>
          </a:p>
          <a:p>
            <a:pPr>
              <a:lnSpc>
                <a:spcPct val="100000"/>
              </a:lnSpc>
              <a:spcBef>
                <a:spcPts val="409"/>
              </a:spcBef>
              <a:buAutoNum type="arabicPlain"/>
            </a:pPr>
            <a:endParaRPr sz="1150">
              <a:latin typeface="Arial"/>
              <a:cs typeface="Arial"/>
            </a:endParaRPr>
          </a:p>
          <a:p>
            <a:pPr marL="231140" indent="-218440">
              <a:lnSpc>
                <a:spcPct val="100000"/>
              </a:lnSpc>
              <a:buAutoNum type="arabicPlain"/>
              <a:tabLst>
                <a:tab pos="231140" algn="l"/>
              </a:tabLst>
            </a:pPr>
            <a:r>
              <a:rPr sz="1150" spc="-50" dirty="0">
                <a:solidFill>
                  <a:srgbClr val="E6F5FF"/>
                </a:solidFill>
                <a:latin typeface="Arial"/>
                <a:cs typeface="Arial"/>
              </a:rPr>
              <a:t>E.</a:t>
            </a:r>
            <a:r>
              <a:rPr sz="1150" spc="35" dirty="0">
                <a:solidFill>
                  <a:srgbClr val="E6F5FF"/>
                </a:solidFill>
                <a:latin typeface="Arial"/>
                <a:cs typeface="Arial"/>
              </a:rPr>
              <a:t> </a:t>
            </a:r>
            <a:r>
              <a:rPr sz="1150" dirty="0">
                <a:solidFill>
                  <a:srgbClr val="E6F5FF"/>
                </a:solidFill>
                <a:latin typeface="Arial"/>
                <a:cs typeface="Arial"/>
              </a:rPr>
              <a:t>J.</a:t>
            </a:r>
            <a:r>
              <a:rPr sz="1150" spc="35" dirty="0">
                <a:solidFill>
                  <a:srgbClr val="E6F5FF"/>
                </a:solidFill>
                <a:latin typeface="Arial"/>
                <a:cs typeface="Arial"/>
              </a:rPr>
              <a:t> </a:t>
            </a:r>
            <a:r>
              <a:rPr sz="1150" dirty="0">
                <a:solidFill>
                  <a:srgbClr val="E6F5FF"/>
                </a:solidFill>
                <a:latin typeface="Arial"/>
                <a:cs typeface="Arial"/>
              </a:rPr>
              <a:t>Topol,</a:t>
            </a:r>
            <a:r>
              <a:rPr sz="1150" spc="35" dirty="0">
                <a:solidFill>
                  <a:srgbClr val="E6F5FF"/>
                </a:solidFill>
                <a:latin typeface="Arial"/>
                <a:cs typeface="Arial"/>
              </a:rPr>
              <a:t> </a:t>
            </a:r>
            <a:r>
              <a:rPr sz="1150" dirty="0">
                <a:solidFill>
                  <a:srgbClr val="E6F5FF"/>
                </a:solidFill>
                <a:latin typeface="Arial"/>
                <a:cs typeface="Arial"/>
              </a:rPr>
              <a:t>Deep</a:t>
            </a:r>
            <a:r>
              <a:rPr sz="1150" spc="35" dirty="0">
                <a:solidFill>
                  <a:srgbClr val="E6F5FF"/>
                </a:solidFill>
                <a:latin typeface="Arial"/>
                <a:cs typeface="Arial"/>
              </a:rPr>
              <a:t> </a:t>
            </a:r>
            <a:r>
              <a:rPr sz="1150" dirty="0">
                <a:solidFill>
                  <a:srgbClr val="E6F5FF"/>
                </a:solidFill>
                <a:latin typeface="Arial"/>
                <a:cs typeface="Arial"/>
              </a:rPr>
              <a:t>Medicine:</a:t>
            </a:r>
            <a:r>
              <a:rPr sz="1150" spc="35" dirty="0">
                <a:solidFill>
                  <a:srgbClr val="E6F5FF"/>
                </a:solidFill>
                <a:latin typeface="Arial"/>
                <a:cs typeface="Arial"/>
              </a:rPr>
              <a:t> </a:t>
            </a:r>
            <a:r>
              <a:rPr sz="1150" spc="50" dirty="0">
                <a:solidFill>
                  <a:srgbClr val="E6F5FF"/>
                </a:solidFill>
                <a:latin typeface="Arial"/>
                <a:cs typeface="Arial"/>
              </a:rPr>
              <a:t>How</a:t>
            </a:r>
            <a:r>
              <a:rPr sz="1150" spc="40" dirty="0">
                <a:solidFill>
                  <a:srgbClr val="E6F5FF"/>
                </a:solidFill>
                <a:latin typeface="Arial"/>
                <a:cs typeface="Arial"/>
              </a:rPr>
              <a:t> </a:t>
            </a:r>
            <a:r>
              <a:rPr sz="1150" spc="60" dirty="0">
                <a:solidFill>
                  <a:srgbClr val="E6F5FF"/>
                </a:solidFill>
                <a:latin typeface="Arial"/>
                <a:cs typeface="Arial"/>
              </a:rPr>
              <a:t>Artificial</a:t>
            </a:r>
            <a:r>
              <a:rPr sz="1150" spc="35" dirty="0">
                <a:solidFill>
                  <a:srgbClr val="E6F5FF"/>
                </a:solidFill>
                <a:latin typeface="Arial"/>
                <a:cs typeface="Arial"/>
              </a:rPr>
              <a:t> </a:t>
            </a:r>
            <a:r>
              <a:rPr sz="1150" spc="45" dirty="0">
                <a:solidFill>
                  <a:srgbClr val="E6F5FF"/>
                </a:solidFill>
                <a:latin typeface="Arial"/>
                <a:cs typeface="Arial"/>
              </a:rPr>
              <a:t>Intelligence</a:t>
            </a:r>
            <a:r>
              <a:rPr sz="1150" spc="35" dirty="0">
                <a:solidFill>
                  <a:srgbClr val="E6F5FF"/>
                </a:solidFill>
                <a:latin typeface="Arial"/>
                <a:cs typeface="Arial"/>
              </a:rPr>
              <a:t> </a:t>
            </a:r>
            <a:r>
              <a:rPr sz="1150" dirty="0">
                <a:solidFill>
                  <a:srgbClr val="E6F5FF"/>
                </a:solidFill>
                <a:latin typeface="Arial"/>
                <a:cs typeface="Arial"/>
              </a:rPr>
              <a:t>Can</a:t>
            </a:r>
            <a:r>
              <a:rPr sz="1150" spc="35" dirty="0">
                <a:solidFill>
                  <a:srgbClr val="E6F5FF"/>
                </a:solidFill>
                <a:latin typeface="Arial"/>
                <a:cs typeface="Arial"/>
              </a:rPr>
              <a:t> </a:t>
            </a:r>
            <a:r>
              <a:rPr sz="1150" dirty="0">
                <a:solidFill>
                  <a:srgbClr val="E6F5FF"/>
                </a:solidFill>
                <a:latin typeface="Arial"/>
                <a:cs typeface="Arial"/>
              </a:rPr>
              <a:t>Make</a:t>
            </a:r>
            <a:r>
              <a:rPr sz="1150" spc="35" dirty="0">
                <a:solidFill>
                  <a:srgbClr val="E6F5FF"/>
                </a:solidFill>
                <a:latin typeface="Arial"/>
                <a:cs typeface="Arial"/>
              </a:rPr>
              <a:t> </a:t>
            </a:r>
            <a:r>
              <a:rPr sz="1150" spc="45" dirty="0">
                <a:solidFill>
                  <a:srgbClr val="E6F5FF"/>
                </a:solidFill>
                <a:latin typeface="Arial"/>
                <a:cs typeface="Arial"/>
              </a:rPr>
              <a:t>Healthcare</a:t>
            </a:r>
            <a:r>
              <a:rPr sz="1150" spc="35" dirty="0">
                <a:solidFill>
                  <a:srgbClr val="E6F5FF"/>
                </a:solidFill>
                <a:latin typeface="Arial"/>
                <a:cs typeface="Arial"/>
              </a:rPr>
              <a:t> </a:t>
            </a:r>
            <a:r>
              <a:rPr sz="1150" dirty="0">
                <a:solidFill>
                  <a:srgbClr val="E6F5FF"/>
                </a:solidFill>
                <a:latin typeface="Arial"/>
                <a:cs typeface="Arial"/>
              </a:rPr>
              <a:t>Human</a:t>
            </a:r>
            <a:r>
              <a:rPr sz="1150" spc="40" dirty="0">
                <a:solidFill>
                  <a:srgbClr val="E6F5FF"/>
                </a:solidFill>
                <a:latin typeface="Arial"/>
                <a:cs typeface="Arial"/>
              </a:rPr>
              <a:t> </a:t>
            </a:r>
            <a:r>
              <a:rPr sz="1150" dirty="0">
                <a:solidFill>
                  <a:srgbClr val="E6F5FF"/>
                </a:solidFill>
                <a:latin typeface="Arial"/>
                <a:cs typeface="Arial"/>
              </a:rPr>
              <a:t>Again.</a:t>
            </a:r>
            <a:r>
              <a:rPr sz="1150" spc="35" dirty="0">
                <a:solidFill>
                  <a:srgbClr val="E6F5FF"/>
                </a:solidFill>
                <a:latin typeface="Arial"/>
                <a:cs typeface="Arial"/>
              </a:rPr>
              <a:t> </a:t>
            </a:r>
            <a:r>
              <a:rPr sz="1150" dirty="0">
                <a:solidFill>
                  <a:srgbClr val="E6F5FF"/>
                </a:solidFill>
                <a:latin typeface="Arial"/>
                <a:cs typeface="Arial"/>
              </a:rPr>
              <a:t>New</a:t>
            </a:r>
            <a:r>
              <a:rPr sz="1150" spc="35" dirty="0">
                <a:solidFill>
                  <a:srgbClr val="E6F5FF"/>
                </a:solidFill>
                <a:latin typeface="Arial"/>
                <a:cs typeface="Arial"/>
              </a:rPr>
              <a:t> </a:t>
            </a:r>
            <a:r>
              <a:rPr sz="1150" dirty="0">
                <a:solidFill>
                  <a:srgbClr val="E6F5FF"/>
                </a:solidFill>
                <a:latin typeface="Arial"/>
                <a:cs typeface="Arial"/>
              </a:rPr>
              <a:t>York,</a:t>
            </a:r>
            <a:r>
              <a:rPr sz="1150" spc="35" dirty="0">
                <a:solidFill>
                  <a:srgbClr val="E6F5FF"/>
                </a:solidFill>
                <a:latin typeface="Arial"/>
                <a:cs typeface="Arial"/>
              </a:rPr>
              <a:t> </a:t>
            </a:r>
            <a:r>
              <a:rPr sz="1150" spc="-60" dirty="0">
                <a:solidFill>
                  <a:srgbClr val="E6F5FF"/>
                </a:solidFill>
                <a:latin typeface="Arial"/>
                <a:cs typeface="Arial"/>
              </a:rPr>
              <a:t>NY,</a:t>
            </a:r>
            <a:r>
              <a:rPr sz="1150" spc="35" dirty="0">
                <a:solidFill>
                  <a:srgbClr val="E6F5FF"/>
                </a:solidFill>
                <a:latin typeface="Arial"/>
                <a:cs typeface="Arial"/>
              </a:rPr>
              <a:t> </a:t>
            </a:r>
            <a:r>
              <a:rPr sz="1150" spc="-20" dirty="0">
                <a:solidFill>
                  <a:srgbClr val="E6F5FF"/>
                </a:solidFill>
                <a:latin typeface="Arial"/>
                <a:cs typeface="Arial"/>
              </a:rPr>
              <a:t>USA:</a:t>
            </a:r>
            <a:r>
              <a:rPr sz="1150" spc="40" dirty="0">
                <a:solidFill>
                  <a:srgbClr val="E6F5FF"/>
                </a:solidFill>
                <a:latin typeface="Arial"/>
                <a:cs typeface="Arial"/>
              </a:rPr>
              <a:t> </a:t>
            </a:r>
            <a:r>
              <a:rPr sz="1150" dirty="0">
                <a:solidFill>
                  <a:srgbClr val="E6F5FF"/>
                </a:solidFill>
                <a:latin typeface="Arial"/>
                <a:cs typeface="Arial"/>
              </a:rPr>
              <a:t>Basic</a:t>
            </a:r>
            <a:r>
              <a:rPr sz="1150" spc="35" dirty="0">
                <a:solidFill>
                  <a:srgbClr val="E6F5FF"/>
                </a:solidFill>
                <a:latin typeface="Arial"/>
                <a:cs typeface="Arial"/>
              </a:rPr>
              <a:t> </a:t>
            </a:r>
            <a:r>
              <a:rPr sz="1150" dirty="0">
                <a:solidFill>
                  <a:srgbClr val="E6F5FF"/>
                </a:solidFill>
                <a:latin typeface="Arial"/>
                <a:cs typeface="Arial"/>
              </a:rPr>
              <a:t>Books,</a:t>
            </a:r>
            <a:r>
              <a:rPr sz="1150" spc="35" dirty="0">
                <a:solidFill>
                  <a:srgbClr val="E6F5FF"/>
                </a:solidFill>
                <a:latin typeface="Arial"/>
                <a:cs typeface="Arial"/>
              </a:rPr>
              <a:t> </a:t>
            </a:r>
            <a:r>
              <a:rPr sz="1150" spc="-10" dirty="0">
                <a:solidFill>
                  <a:srgbClr val="E6F5FF"/>
                </a:solidFill>
                <a:latin typeface="Arial"/>
                <a:cs typeface="Arial"/>
              </a:rPr>
              <a:t>2019.</a:t>
            </a:r>
            <a:endParaRPr sz="1150">
              <a:latin typeface="Arial"/>
              <a:cs typeface="Arial"/>
            </a:endParaRPr>
          </a:p>
          <a:p>
            <a:pPr>
              <a:lnSpc>
                <a:spcPct val="100000"/>
              </a:lnSpc>
              <a:spcBef>
                <a:spcPts val="235"/>
              </a:spcBef>
              <a:buAutoNum type="arabicPlain"/>
            </a:pPr>
            <a:endParaRPr sz="1150">
              <a:latin typeface="Arial"/>
              <a:cs typeface="Arial"/>
            </a:endParaRPr>
          </a:p>
          <a:p>
            <a:pPr marL="126364" marR="6012815" indent="-114300">
              <a:lnSpc>
                <a:spcPct val="112799"/>
              </a:lnSpc>
              <a:buAutoNum type="arabicPlain"/>
              <a:tabLst>
                <a:tab pos="126364" algn="l"/>
                <a:tab pos="234315" algn="l"/>
              </a:tabLst>
            </a:pPr>
            <a:r>
              <a:rPr sz="1150" spc="-90" dirty="0">
                <a:solidFill>
                  <a:srgbClr val="E6F5FF"/>
                </a:solidFill>
                <a:latin typeface="Arial"/>
                <a:cs typeface="Arial"/>
              </a:rPr>
              <a:t>T.</a:t>
            </a:r>
            <a:r>
              <a:rPr sz="1150" spc="35" dirty="0">
                <a:solidFill>
                  <a:srgbClr val="E6F5FF"/>
                </a:solidFill>
                <a:latin typeface="Arial"/>
                <a:cs typeface="Arial"/>
              </a:rPr>
              <a:t> </a:t>
            </a:r>
            <a:r>
              <a:rPr sz="1150" spc="55" dirty="0">
                <a:solidFill>
                  <a:srgbClr val="E6F5FF"/>
                </a:solidFill>
                <a:latin typeface="Arial"/>
                <a:cs typeface="Arial"/>
              </a:rPr>
              <a:t>Davenport</a:t>
            </a:r>
            <a:r>
              <a:rPr sz="1150" spc="40" dirty="0">
                <a:solidFill>
                  <a:srgbClr val="E6F5FF"/>
                </a:solidFill>
                <a:latin typeface="Arial"/>
                <a:cs typeface="Arial"/>
              </a:rPr>
              <a:t> </a:t>
            </a:r>
            <a:r>
              <a:rPr sz="1150" spc="50" dirty="0">
                <a:solidFill>
                  <a:srgbClr val="E6F5FF"/>
                </a:solidFill>
                <a:latin typeface="Arial"/>
                <a:cs typeface="Arial"/>
              </a:rPr>
              <a:t>and</a:t>
            </a:r>
            <a:r>
              <a:rPr sz="1150" spc="40" dirty="0">
                <a:solidFill>
                  <a:srgbClr val="E6F5FF"/>
                </a:solidFill>
                <a:latin typeface="Arial"/>
                <a:cs typeface="Arial"/>
              </a:rPr>
              <a:t> </a:t>
            </a:r>
            <a:r>
              <a:rPr sz="1150" spc="-55" dirty="0">
                <a:solidFill>
                  <a:srgbClr val="E6F5FF"/>
                </a:solidFill>
                <a:latin typeface="Arial"/>
                <a:cs typeface="Arial"/>
              </a:rPr>
              <a:t>R.</a:t>
            </a:r>
            <a:r>
              <a:rPr sz="1150" spc="40" dirty="0">
                <a:solidFill>
                  <a:srgbClr val="E6F5FF"/>
                </a:solidFill>
                <a:latin typeface="Arial"/>
                <a:cs typeface="Arial"/>
              </a:rPr>
              <a:t> </a:t>
            </a:r>
            <a:r>
              <a:rPr sz="1150" dirty="0">
                <a:solidFill>
                  <a:srgbClr val="E6F5FF"/>
                </a:solidFill>
                <a:latin typeface="Arial"/>
                <a:cs typeface="Arial"/>
              </a:rPr>
              <a:t>Kalakota,</a:t>
            </a:r>
            <a:r>
              <a:rPr sz="1150" spc="35" dirty="0">
                <a:solidFill>
                  <a:srgbClr val="E6F5FF"/>
                </a:solidFill>
                <a:latin typeface="Arial"/>
                <a:cs typeface="Arial"/>
              </a:rPr>
              <a:t> </a:t>
            </a:r>
            <a:r>
              <a:rPr sz="1150" dirty="0">
                <a:solidFill>
                  <a:srgbClr val="E6F5FF"/>
                </a:solidFill>
                <a:latin typeface="Arial"/>
                <a:cs typeface="Arial"/>
              </a:rPr>
              <a:t>“The</a:t>
            </a:r>
            <a:r>
              <a:rPr sz="1150" spc="40" dirty="0">
                <a:solidFill>
                  <a:srgbClr val="E6F5FF"/>
                </a:solidFill>
                <a:latin typeface="Arial"/>
                <a:cs typeface="Arial"/>
              </a:rPr>
              <a:t> </a:t>
            </a:r>
            <a:r>
              <a:rPr sz="1150" spc="50" dirty="0">
                <a:solidFill>
                  <a:srgbClr val="E6F5FF"/>
                </a:solidFill>
                <a:latin typeface="Arial"/>
                <a:cs typeface="Arial"/>
              </a:rPr>
              <a:t>Potential</a:t>
            </a:r>
            <a:r>
              <a:rPr sz="1150" spc="40" dirty="0">
                <a:solidFill>
                  <a:srgbClr val="E6F5FF"/>
                </a:solidFill>
                <a:latin typeface="Arial"/>
                <a:cs typeface="Arial"/>
              </a:rPr>
              <a:t> </a:t>
            </a:r>
            <a:r>
              <a:rPr sz="1150" spc="80" dirty="0">
                <a:solidFill>
                  <a:srgbClr val="E6F5FF"/>
                </a:solidFill>
                <a:latin typeface="Arial"/>
                <a:cs typeface="Arial"/>
              </a:rPr>
              <a:t>for</a:t>
            </a:r>
            <a:r>
              <a:rPr sz="1150" spc="40" dirty="0">
                <a:solidFill>
                  <a:srgbClr val="E6F5FF"/>
                </a:solidFill>
                <a:latin typeface="Arial"/>
                <a:cs typeface="Arial"/>
              </a:rPr>
              <a:t> </a:t>
            </a:r>
            <a:r>
              <a:rPr sz="1150" spc="60" dirty="0">
                <a:solidFill>
                  <a:srgbClr val="E6F5FF"/>
                </a:solidFill>
                <a:latin typeface="Arial"/>
                <a:cs typeface="Arial"/>
              </a:rPr>
              <a:t>Artificial</a:t>
            </a:r>
            <a:r>
              <a:rPr sz="1150" spc="35" dirty="0">
                <a:solidFill>
                  <a:srgbClr val="E6F5FF"/>
                </a:solidFill>
                <a:latin typeface="Arial"/>
                <a:cs typeface="Arial"/>
              </a:rPr>
              <a:t> </a:t>
            </a:r>
            <a:r>
              <a:rPr sz="1150" spc="45" dirty="0">
                <a:solidFill>
                  <a:srgbClr val="E6F5FF"/>
                </a:solidFill>
                <a:latin typeface="Arial"/>
                <a:cs typeface="Arial"/>
              </a:rPr>
              <a:t>Intelligence</a:t>
            </a:r>
            <a:r>
              <a:rPr sz="1150" spc="40" dirty="0">
                <a:solidFill>
                  <a:srgbClr val="E6F5FF"/>
                </a:solidFill>
                <a:latin typeface="Arial"/>
                <a:cs typeface="Arial"/>
              </a:rPr>
              <a:t> </a:t>
            </a:r>
            <a:r>
              <a:rPr sz="1150" spc="60" dirty="0">
                <a:solidFill>
                  <a:srgbClr val="E6F5FF"/>
                </a:solidFill>
                <a:latin typeface="Arial"/>
                <a:cs typeface="Arial"/>
              </a:rPr>
              <a:t>in</a:t>
            </a:r>
            <a:r>
              <a:rPr sz="1150" spc="40" dirty="0">
                <a:solidFill>
                  <a:srgbClr val="E6F5FF"/>
                </a:solidFill>
                <a:latin typeface="Arial"/>
                <a:cs typeface="Arial"/>
              </a:rPr>
              <a:t> </a:t>
            </a:r>
            <a:r>
              <a:rPr sz="1150" dirty="0">
                <a:solidFill>
                  <a:srgbClr val="E6F5FF"/>
                </a:solidFill>
                <a:latin typeface="Arial"/>
                <a:cs typeface="Arial"/>
              </a:rPr>
              <a:t>Healthcare,”</a:t>
            </a:r>
            <a:r>
              <a:rPr sz="1150" spc="40" dirty="0">
                <a:solidFill>
                  <a:srgbClr val="E6F5FF"/>
                </a:solidFill>
                <a:latin typeface="Arial"/>
                <a:cs typeface="Arial"/>
              </a:rPr>
              <a:t> </a:t>
            </a:r>
            <a:r>
              <a:rPr sz="1150" dirty="0">
                <a:solidFill>
                  <a:srgbClr val="E6F5FF"/>
                </a:solidFill>
                <a:latin typeface="Arial"/>
                <a:cs typeface="Arial"/>
              </a:rPr>
              <a:t>Future</a:t>
            </a:r>
            <a:r>
              <a:rPr sz="1150" spc="40" dirty="0">
                <a:solidFill>
                  <a:srgbClr val="E6F5FF"/>
                </a:solidFill>
                <a:latin typeface="Arial"/>
                <a:cs typeface="Arial"/>
              </a:rPr>
              <a:t> </a:t>
            </a:r>
            <a:r>
              <a:rPr sz="1150" spc="45" dirty="0">
                <a:solidFill>
                  <a:srgbClr val="E6F5FF"/>
                </a:solidFill>
                <a:latin typeface="Arial"/>
                <a:cs typeface="Arial"/>
              </a:rPr>
              <a:t>Healthcare</a:t>
            </a:r>
            <a:r>
              <a:rPr sz="1150" spc="35" dirty="0">
                <a:solidFill>
                  <a:srgbClr val="E6F5FF"/>
                </a:solidFill>
                <a:latin typeface="Arial"/>
                <a:cs typeface="Arial"/>
              </a:rPr>
              <a:t> </a:t>
            </a:r>
            <a:r>
              <a:rPr sz="1150" spc="50" dirty="0">
                <a:solidFill>
                  <a:srgbClr val="E6F5FF"/>
                </a:solidFill>
                <a:latin typeface="Arial"/>
                <a:cs typeface="Arial"/>
              </a:rPr>
              <a:t>Journal,</a:t>
            </a:r>
            <a:r>
              <a:rPr sz="1150" spc="40" dirty="0">
                <a:solidFill>
                  <a:srgbClr val="E6F5FF"/>
                </a:solidFill>
                <a:latin typeface="Arial"/>
                <a:cs typeface="Arial"/>
              </a:rPr>
              <a:t> </a:t>
            </a:r>
            <a:r>
              <a:rPr sz="1150" spc="50" dirty="0">
                <a:solidFill>
                  <a:srgbClr val="E6F5FF"/>
                </a:solidFill>
                <a:latin typeface="Arial"/>
                <a:cs typeface="Arial"/>
              </a:rPr>
              <a:t>vol.</a:t>
            </a:r>
            <a:r>
              <a:rPr sz="1150" spc="40" dirty="0">
                <a:solidFill>
                  <a:srgbClr val="E6F5FF"/>
                </a:solidFill>
                <a:latin typeface="Arial"/>
                <a:cs typeface="Arial"/>
              </a:rPr>
              <a:t> </a:t>
            </a:r>
            <a:r>
              <a:rPr sz="1150" dirty="0">
                <a:solidFill>
                  <a:srgbClr val="E6F5FF"/>
                </a:solidFill>
                <a:latin typeface="Arial"/>
                <a:cs typeface="Arial"/>
              </a:rPr>
              <a:t>6,</a:t>
            </a:r>
            <a:r>
              <a:rPr sz="1150" spc="40" dirty="0">
                <a:solidFill>
                  <a:srgbClr val="E6F5FF"/>
                </a:solidFill>
                <a:latin typeface="Arial"/>
                <a:cs typeface="Arial"/>
              </a:rPr>
              <a:t> </a:t>
            </a:r>
            <a:r>
              <a:rPr sz="1150" dirty="0">
                <a:solidFill>
                  <a:srgbClr val="E6F5FF"/>
                </a:solidFill>
                <a:latin typeface="Arial"/>
                <a:cs typeface="Arial"/>
              </a:rPr>
              <a:t>no.</a:t>
            </a:r>
            <a:r>
              <a:rPr sz="1150" spc="35" dirty="0">
                <a:solidFill>
                  <a:srgbClr val="E6F5FF"/>
                </a:solidFill>
                <a:latin typeface="Arial"/>
                <a:cs typeface="Arial"/>
              </a:rPr>
              <a:t> </a:t>
            </a:r>
            <a:r>
              <a:rPr sz="1150" dirty="0">
                <a:solidFill>
                  <a:srgbClr val="E6F5FF"/>
                </a:solidFill>
                <a:latin typeface="Arial"/>
                <a:cs typeface="Arial"/>
              </a:rPr>
              <a:t>2,</a:t>
            </a:r>
            <a:r>
              <a:rPr sz="1150" spc="40" dirty="0">
                <a:solidFill>
                  <a:srgbClr val="E6F5FF"/>
                </a:solidFill>
                <a:latin typeface="Arial"/>
                <a:cs typeface="Arial"/>
              </a:rPr>
              <a:t> </a:t>
            </a:r>
            <a:r>
              <a:rPr sz="1150" dirty="0">
                <a:solidFill>
                  <a:srgbClr val="E6F5FF"/>
                </a:solidFill>
                <a:latin typeface="Arial"/>
                <a:cs typeface="Arial"/>
              </a:rPr>
              <a:t>pp.</a:t>
            </a:r>
            <a:r>
              <a:rPr sz="1150" spc="40" dirty="0">
                <a:solidFill>
                  <a:srgbClr val="E6F5FF"/>
                </a:solidFill>
                <a:latin typeface="Arial"/>
                <a:cs typeface="Arial"/>
              </a:rPr>
              <a:t> </a:t>
            </a:r>
            <a:r>
              <a:rPr sz="1150" dirty="0">
                <a:solidFill>
                  <a:srgbClr val="E6F5FF"/>
                </a:solidFill>
                <a:latin typeface="Arial"/>
                <a:cs typeface="Arial"/>
              </a:rPr>
              <a:t>94–98,</a:t>
            </a:r>
            <a:r>
              <a:rPr sz="1150" spc="40" dirty="0">
                <a:solidFill>
                  <a:srgbClr val="E6F5FF"/>
                </a:solidFill>
                <a:latin typeface="Arial"/>
                <a:cs typeface="Arial"/>
              </a:rPr>
              <a:t> </a:t>
            </a:r>
            <a:r>
              <a:rPr sz="1150" spc="-10" dirty="0">
                <a:solidFill>
                  <a:srgbClr val="E6F5FF"/>
                </a:solidFill>
                <a:latin typeface="Arial"/>
                <a:cs typeface="Arial"/>
              </a:rPr>
              <a:t>2019.</a:t>
            </a:r>
            <a:r>
              <a:rPr sz="1150" spc="500" dirty="0">
                <a:solidFill>
                  <a:srgbClr val="E6F5FF"/>
                </a:solidFill>
                <a:latin typeface="Arial"/>
                <a:cs typeface="Arial"/>
              </a:rPr>
              <a:t>  </a:t>
            </a:r>
            <a:r>
              <a:rPr sz="1150" spc="-25" dirty="0">
                <a:solidFill>
                  <a:srgbClr val="E6F5FF"/>
                </a:solidFill>
                <a:latin typeface="Arial"/>
                <a:cs typeface="Arial"/>
              </a:rPr>
              <a:t>1.</a:t>
            </a:r>
            <a:endParaRPr sz="1150">
              <a:latin typeface="Arial"/>
              <a:cs typeface="Arial"/>
            </a:endParaRPr>
          </a:p>
          <a:p>
            <a:pPr marL="233045" indent="-220345">
              <a:lnSpc>
                <a:spcPct val="100000"/>
              </a:lnSpc>
              <a:spcBef>
                <a:spcPts val="175"/>
              </a:spcBef>
              <a:buAutoNum type="arabicPlain"/>
              <a:tabLst>
                <a:tab pos="233045" algn="l"/>
              </a:tabLst>
            </a:pPr>
            <a:r>
              <a:rPr sz="1150" dirty="0">
                <a:solidFill>
                  <a:srgbClr val="E6F5FF"/>
                </a:solidFill>
                <a:latin typeface="Arial"/>
                <a:cs typeface="Arial"/>
              </a:rPr>
              <a:t>A.</a:t>
            </a:r>
            <a:r>
              <a:rPr sz="1150" spc="35" dirty="0">
                <a:solidFill>
                  <a:srgbClr val="E6F5FF"/>
                </a:solidFill>
                <a:latin typeface="Arial"/>
                <a:cs typeface="Arial"/>
              </a:rPr>
              <a:t> </a:t>
            </a:r>
            <a:r>
              <a:rPr sz="1150" dirty="0">
                <a:solidFill>
                  <a:srgbClr val="E6F5FF"/>
                </a:solidFill>
                <a:latin typeface="Arial"/>
                <a:cs typeface="Arial"/>
              </a:rPr>
              <a:t>Esteva,</a:t>
            </a:r>
            <a:r>
              <a:rPr sz="1150" spc="40" dirty="0">
                <a:solidFill>
                  <a:srgbClr val="E6F5FF"/>
                </a:solidFill>
                <a:latin typeface="Arial"/>
                <a:cs typeface="Arial"/>
              </a:rPr>
              <a:t> </a:t>
            </a:r>
            <a:r>
              <a:rPr sz="1150" dirty="0">
                <a:solidFill>
                  <a:srgbClr val="E6F5FF"/>
                </a:solidFill>
                <a:latin typeface="Arial"/>
                <a:cs typeface="Arial"/>
              </a:rPr>
              <a:t>A.</a:t>
            </a:r>
            <a:r>
              <a:rPr sz="1150" spc="40" dirty="0">
                <a:solidFill>
                  <a:srgbClr val="E6F5FF"/>
                </a:solidFill>
                <a:latin typeface="Arial"/>
                <a:cs typeface="Arial"/>
              </a:rPr>
              <a:t> </a:t>
            </a:r>
            <a:r>
              <a:rPr sz="1150" spc="45" dirty="0">
                <a:solidFill>
                  <a:srgbClr val="E6F5FF"/>
                </a:solidFill>
                <a:latin typeface="Arial"/>
                <a:cs typeface="Arial"/>
              </a:rPr>
              <a:t>Robicquet,</a:t>
            </a:r>
            <a:r>
              <a:rPr sz="1150" spc="40" dirty="0">
                <a:solidFill>
                  <a:srgbClr val="E6F5FF"/>
                </a:solidFill>
                <a:latin typeface="Arial"/>
                <a:cs typeface="Arial"/>
              </a:rPr>
              <a:t> </a:t>
            </a:r>
            <a:r>
              <a:rPr sz="1150" dirty="0">
                <a:solidFill>
                  <a:srgbClr val="E6F5FF"/>
                </a:solidFill>
                <a:latin typeface="Arial"/>
                <a:cs typeface="Arial"/>
              </a:rPr>
              <a:t>B.</a:t>
            </a:r>
            <a:r>
              <a:rPr sz="1150" spc="40" dirty="0">
                <a:solidFill>
                  <a:srgbClr val="E6F5FF"/>
                </a:solidFill>
                <a:latin typeface="Arial"/>
                <a:cs typeface="Arial"/>
              </a:rPr>
              <a:t> </a:t>
            </a:r>
            <a:r>
              <a:rPr sz="1150" dirty="0">
                <a:solidFill>
                  <a:srgbClr val="E6F5FF"/>
                </a:solidFill>
                <a:latin typeface="Arial"/>
                <a:cs typeface="Arial"/>
              </a:rPr>
              <a:t>Ramsundar,</a:t>
            </a:r>
            <a:r>
              <a:rPr sz="1150" spc="40" dirty="0">
                <a:solidFill>
                  <a:srgbClr val="E6F5FF"/>
                </a:solidFill>
                <a:latin typeface="Arial"/>
                <a:cs typeface="Arial"/>
              </a:rPr>
              <a:t> </a:t>
            </a:r>
            <a:r>
              <a:rPr sz="1150" spc="75" dirty="0">
                <a:solidFill>
                  <a:srgbClr val="E6F5FF"/>
                </a:solidFill>
                <a:latin typeface="Arial"/>
                <a:cs typeface="Arial"/>
              </a:rPr>
              <a:t>et</a:t>
            </a:r>
            <a:r>
              <a:rPr sz="1150" spc="40" dirty="0">
                <a:solidFill>
                  <a:srgbClr val="E6F5FF"/>
                </a:solidFill>
                <a:latin typeface="Arial"/>
                <a:cs typeface="Arial"/>
              </a:rPr>
              <a:t> </a:t>
            </a:r>
            <a:r>
              <a:rPr sz="1150" dirty="0">
                <a:solidFill>
                  <a:srgbClr val="E6F5FF"/>
                </a:solidFill>
                <a:latin typeface="Arial"/>
                <a:cs typeface="Arial"/>
              </a:rPr>
              <a:t>al.,</a:t>
            </a:r>
            <a:r>
              <a:rPr sz="1150" spc="40" dirty="0">
                <a:solidFill>
                  <a:srgbClr val="E6F5FF"/>
                </a:solidFill>
                <a:latin typeface="Arial"/>
                <a:cs typeface="Arial"/>
              </a:rPr>
              <a:t> </a:t>
            </a:r>
            <a:r>
              <a:rPr sz="1150" dirty="0">
                <a:solidFill>
                  <a:srgbClr val="E6F5FF"/>
                </a:solidFill>
                <a:latin typeface="Arial"/>
                <a:cs typeface="Arial"/>
              </a:rPr>
              <a:t>“A</a:t>
            </a:r>
            <a:r>
              <a:rPr sz="1150" spc="40" dirty="0">
                <a:solidFill>
                  <a:srgbClr val="E6F5FF"/>
                </a:solidFill>
                <a:latin typeface="Arial"/>
                <a:cs typeface="Arial"/>
              </a:rPr>
              <a:t> </a:t>
            </a:r>
            <a:r>
              <a:rPr sz="1150" dirty="0">
                <a:solidFill>
                  <a:srgbClr val="E6F5FF"/>
                </a:solidFill>
                <a:latin typeface="Arial"/>
                <a:cs typeface="Arial"/>
              </a:rPr>
              <a:t>Guide</a:t>
            </a:r>
            <a:r>
              <a:rPr sz="1150" spc="40" dirty="0">
                <a:solidFill>
                  <a:srgbClr val="E6F5FF"/>
                </a:solidFill>
                <a:latin typeface="Arial"/>
                <a:cs typeface="Arial"/>
              </a:rPr>
              <a:t> </a:t>
            </a:r>
            <a:r>
              <a:rPr sz="1150" spc="95" dirty="0">
                <a:solidFill>
                  <a:srgbClr val="E6F5FF"/>
                </a:solidFill>
                <a:latin typeface="Arial"/>
                <a:cs typeface="Arial"/>
              </a:rPr>
              <a:t>to</a:t>
            </a:r>
            <a:r>
              <a:rPr sz="1150" spc="40" dirty="0">
                <a:solidFill>
                  <a:srgbClr val="E6F5FF"/>
                </a:solidFill>
                <a:latin typeface="Arial"/>
                <a:cs typeface="Arial"/>
              </a:rPr>
              <a:t> </a:t>
            </a:r>
            <a:r>
              <a:rPr sz="1150" dirty="0">
                <a:solidFill>
                  <a:srgbClr val="E6F5FF"/>
                </a:solidFill>
                <a:latin typeface="Arial"/>
                <a:cs typeface="Arial"/>
              </a:rPr>
              <a:t>Deep</a:t>
            </a:r>
            <a:r>
              <a:rPr sz="1150" spc="40" dirty="0">
                <a:solidFill>
                  <a:srgbClr val="E6F5FF"/>
                </a:solidFill>
                <a:latin typeface="Arial"/>
                <a:cs typeface="Arial"/>
              </a:rPr>
              <a:t> </a:t>
            </a:r>
            <a:r>
              <a:rPr sz="1150" dirty="0">
                <a:solidFill>
                  <a:srgbClr val="E6F5FF"/>
                </a:solidFill>
                <a:latin typeface="Arial"/>
                <a:cs typeface="Arial"/>
              </a:rPr>
              <a:t>Learning</a:t>
            </a:r>
            <a:r>
              <a:rPr sz="1150" spc="40" dirty="0">
                <a:solidFill>
                  <a:srgbClr val="E6F5FF"/>
                </a:solidFill>
                <a:latin typeface="Arial"/>
                <a:cs typeface="Arial"/>
              </a:rPr>
              <a:t> </a:t>
            </a:r>
            <a:r>
              <a:rPr sz="1150" spc="60" dirty="0">
                <a:solidFill>
                  <a:srgbClr val="E6F5FF"/>
                </a:solidFill>
                <a:latin typeface="Arial"/>
                <a:cs typeface="Arial"/>
              </a:rPr>
              <a:t>in</a:t>
            </a:r>
            <a:r>
              <a:rPr sz="1150" spc="40" dirty="0">
                <a:solidFill>
                  <a:srgbClr val="E6F5FF"/>
                </a:solidFill>
                <a:latin typeface="Arial"/>
                <a:cs typeface="Arial"/>
              </a:rPr>
              <a:t> </a:t>
            </a:r>
            <a:r>
              <a:rPr sz="1150" dirty="0">
                <a:solidFill>
                  <a:srgbClr val="E6F5FF"/>
                </a:solidFill>
                <a:latin typeface="Arial"/>
                <a:cs typeface="Arial"/>
              </a:rPr>
              <a:t>Healthcare,”</a:t>
            </a:r>
            <a:r>
              <a:rPr sz="1150" spc="40" dirty="0">
                <a:solidFill>
                  <a:srgbClr val="E6F5FF"/>
                </a:solidFill>
                <a:latin typeface="Arial"/>
                <a:cs typeface="Arial"/>
              </a:rPr>
              <a:t> </a:t>
            </a:r>
            <a:r>
              <a:rPr sz="1150" spc="50" dirty="0">
                <a:solidFill>
                  <a:srgbClr val="E6F5FF"/>
                </a:solidFill>
                <a:latin typeface="Arial"/>
                <a:cs typeface="Arial"/>
              </a:rPr>
              <a:t>Nature</a:t>
            </a:r>
            <a:r>
              <a:rPr sz="1150" spc="40" dirty="0">
                <a:solidFill>
                  <a:srgbClr val="E6F5FF"/>
                </a:solidFill>
                <a:latin typeface="Arial"/>
                <a:cs typeface="Arial"/>
              </a:rPr>
              <a:t> </a:t>
            </a:r>
            <a:r>
              <a:rPr sz="1150" dirty="0">
                <a:solidFill>
                  <a:srgbClr val="E6F5FF"/>
                </a:solidFill>
                <a:latin typeface="Arial"/>
                <a:cs typeface="Arial"/>
              </a:rPr>
              <a:t>Medicine,</a:t>
            </a:r>
            <a:r>
              <a:rPr sz="1150" spc="40" dirty="0">
                <a:solidFill>
                  <a:srgbClr val="E6F5FF"/>
                </a:solidFill>
                <a:latin typeface="Arial"/>
                <a:cs typeface="Arial"/>
              </a:rPr>
              <a:t> </a:t>
            </a:r>
            <a:r>
              <a:rPr sz="1150" spc="50" dirty="0">
                <a:solidFill>
                  <a:srgbClr val="E6F5FF"/>
                </a:solidFill>
                <a:latin typeface="Arial"/>
                <a:cs typeface="Arial"/>
              </a:rPr>
              <a:t>vol.</a:t>
            </a:r>
            <a:r>
              <a:rPr sz="1150" spc="40" dirty="0">
                <a:solidFill>
                  <a:srgbClr val="E6F5FF"/>
                </a:solidFill>
                <a:latin typeface="Arial"/>
                <a:cs typeface="Arial"/>
              </a:rPr>
              <a:t> </a:t>
            </a:r>
            <a:r>
              <a:rPr sz="1150" dirty="0">
                <a:solidFill>
                  <a:srgbClr val="E6F5FF"/>
                </a:solidFill>
                <a:latin typeface="Arial"/>
                <a:cs typeface="Arial"/>
              </a:rPr>
              <a:t>25,</a:t>
            </a:r>
            <a:r>
              <a:rPr sz="1150" spc="40" dirty="0">
                <a:solidFill>
                  <a:srgbClr val="E6F5FF"/>
                </a:solidFill>
                <a:latin typeface="Arial"/>
                <a:cs typeface="Arial"/>
              </a:rPr>
              <a:t> </a:t>
            </a:r>
            <a:r>
              <a:rPr sz="1150" dirty="0">
                <a:solidFill>
                  <a:srgbClr val="E6F5FF"/>
                </a:solidFill>
                <a:latin typeface="Arial"/>
                <a:cs typeface="Arial"/>
              </a:rPr>
              <a:t>no.</a:t>
            </a:r>
            <a:r>
              <a:rPr sz="1150" spc="35" dirty="0">
                <a:solidFill>
                  <a:srgbClr val="E6F5FF"/>
                </a:solidFill>
                <a:latin typeface="Arial"/>
                <a:cs typeface="Arial"/>
              </a:rPr>
              <a:t> </a:t>
            </a:r>
            <a:r>
              <a:rPr sz="1150" dirty="0">
                <a:solidFill>
                  <a:srgbClr val="E6F5FF"/>
                </a:solidFill>
                <a:latin typeface="Arial"/>
                <a:cs typeface="Arial"/>
              </a:rPr>
              <a:t>1,</a:t>
            </a:r>
            <a:r>
              <a:rPr sz="1150" spc="40" dirty="0">
                <a:solidFill>
                  <a:srgbClr val="E6F5FF"/>
                </a:solidFill>
                <a:latin typeface="Arial"/>
                <a:cs typeface="Arial"/>
              </a:rPr>
              <a:t> </a:t>
            </a:r>
            <a:r>
              <a:rPr sz="1150" dirty="0">
                <a:solidFill>
                  <a:srgbClr val="E6F5FF"/>
                </a:solidFill>
                <a:latin typeface="Arial"/>
                <a:cs typeface="Arial"/>
              </a:rPr>
              <a:t>pp.</a:t>
            </a:r>
            <a:r>
              <a:rPr sz="1150" spc="40" dirty="0">
                <a:solidFill>
                  <a:srgbClr val="E6F5FF"/>
                </a:solidFill>
                <a:latin typeface="Arial"/>
                <a:cs typeface="Arial"/>
              </a:rPr>
              <a:t> </a:t>
            </a:r>
            <a:r>
              <a:rPr sz="1150" spc="-10" dirty="0">
                <a:solidFill>
                  <a:srgbClr val="E6F5FF"/>
                </a:solidFill>
                <a:latin typeface="Arial"/>
                <a:cs typeface="Arial"/>
              </a:rPr>
              <a:t>24–</a:t>
            </a:r>
            <a:r>
              <a:rPr sz="1150" dirty="0">
                <a:solidFill>
                  <a:srgbClr val="E6F5FF"/>
                </a:solidFill>
                <a:latin typeface="Arial"/>
                <a:cs typeface="Arial"/>
              </a:rPr>
              <a:t>29,</a:t>
            </a:r>
            <a:r>
              <a:rPr sz="1150" spc="40" dirty="0">
                <a:solidFill>
                  <a:srgbClr val="E6F5FF"/>
                </a:solidFill>
                <a:latin typeface="Arial"/>
                <a:cs typeface="Arial"/>
              </a:rPr>
              <a:t> </a:t>
            </a:r>
            <a:r>
              <a:rPr sz="1150" spc="-10" dirty="0">
                <a:solidFill>
                  <a:srgbClr val="E6F5FF"/>
                </a:solidFill>
                <a:latin typeface="Arial"/>
                <a:cs typeface="Arial"/>
              </a:rPr>
              <a:t>2019.</a:t>
            </a:r>
            <a:endParaRPr sz="1150">
              <a:latin typeface="Arial"/>
              <a:cs typeface="Arial"/>
            </a:endParaRPr>
          </a:p>
          <a:p>
            <a:pPr>
              <a:lnSpc>
                <a:spcPct val="100000"/>
              </a:lnSpc>
              <a:spcBef>
                <a:spcPts val="409"/>
              </a:spcBef>
              <a:buAutoNum type="arabicPlain"/>
            </a:pPr>
            <a:endParaRPr sz="1150">
              <a:latin typeface="Arial"/>
              <a:cs typeface="Arial"/>
            </a:endParaRPr>
          </a:p>
          <a:p>
            <a:pPr marL="240665" indent="-227965">
              <a:lnSpc>
                <a:spcPct val="100000"/>
              </a:lnSpc>
              <a:buAutoNum type="arabicPlain"/>
              <a:tabLst>
                <a:tab pos="240665" algn="l"/>
              </a:tabLst>
            </a:pPr>
            <a:r>
              <a:rPr sz="1150" spc="-50" dirty="0">
                <a:solidFill>
                  <a:srgbClr val="E6F5FF"/>
                </a:solidFill>
                <a:latin typeface="Arial"/>
                <a:cs typeface="Arial"/>
              </a:rPr>
              <a:t>E.</a:t>
            </a:r>
            <a:r>
              <a:rPr sz="1150" spc="45" dirty="0">
                <a:solidFill>
                  <a:srgbClr val="E6F5FF"/>
                </a:solidFill>
                <a:latin typeface="Arial"/>
                <a:cs typeface="Arial"/>
              </a:rPr>
              <a:t> </a:t>
            </a:r>
            <a:r>
              <a:rPr sz="1150" dirty="0">
                <a:solidFill>
                  <a:srgbClr val="E6F5FF"/>
                </a:solidFill>
                <a:latin typeface="Arial"/>
                <a:cs typeface="Arial"/>
              </a:rPr>
              <a:t>B.</a:t>
            </a:r>
            <a:r>
              <a:rPr sz="1150" spc="45" dirty="0">
                <a:solidFill>
                  <a:srgbClr val="E6F5FF"/>
                </a:solidFill>
                <a:latin typeface="Arial"/>
                <a:cs typeface="Arial"/>
              </a:rPr>
              <a:t> </a:t>
            </a:r>
            <a:r>
              <a:rPr sz="1150" dirty="0">
                <a:solidFill>
                  <a:srgbClr val="E6F5FF"/>
                </a:solidFill>
                <a:latin typeface="Arial"/>
                <a:cs typeface="Arial"/>
              </a:rPr>
              <a:t>Larson,</a:t>
            </a:r>
            <a:r>
              <a:rPr sz="1150" spc="45" dirty="0">
                <a:solidFill>
                  <a:srgbClr val="E6F5FF"/>
                </a:solidFill>
                <a:latin typeface="Arial"/>
                <a:cs typeface="Arial"/>
              </a:rPr>
              <a:t> </a:t>
            </a:r>
            <a:r>
              <a:rPr sz="1150" spc="55" dirty="0">
                <a:solidFill>
                  <a:srgbClr val="E6F5FF"/>
                </a:solidFill>
                <a:latin typeface="Arial"/>
                <a:cs typeface="Arial"/>
              </a:rPr>
              <a:t>“Building</a:t>
            </a:r>
            <a:r>
              <a:rPr sz="1150" spc="45" dirty="0">
                <a:solidFill>
                  <a:srgbClr val="E6F5FF"/>
                </a:solidFill>
                <a:latin typeface="Arial"/>
                <a:cs typeface="Arial"/>
              </a:rPr>
              <a:t> </a:t>
            </a:r>
            <a:r>
              <a:rPr sz="1150" dirty="0">
                <a:solidFill>
                  <a:srgbClr val="E6F5FF"/>
                </a:solidFill>
                <a:latin typeface="Arial"/>
                <a:cs typeface="Arial"/>
              </a:rPr>
              <a:t>Trust</a:t>
            </a:r>
            <a:r>
              <a:rPr sz="1150" spc="45" dirty="0">
                <a:solidFill>
                  <a:srgbClr val="E6F5FF"/>
                </a:solidFill>
                <a:latin typeface="Arial"/>
                <a:cs typeface="Arial"/>
              </a:rPr>
              <a:t> </a:t>
            </a:r>
            <a:r>
              <a:rPr sz="1150" spc="60" dirty="0">
                <a:solidFill>
                  <a:srgbClr val="E6F5FF"/>
                </a:solidFill>
                <a:latin typeface="Arial"/>
                <a:cs typeface="Arial"/>
              </a:rPr>
              <a:t>in</a:t>
            </a:r>
            <a:r>
              <a:rPr sz="1150" spc="45" dirty="0">
                <a:solidFill>
                  <a:srgbClr val="E6F5FF"/>
                </a:solidFill>
                <a:latin typeface="Arial"/>
                <a:cs typeface="Arial"/>
              </a:rPr>
              <a:t> </a:t>
            </a:r>
            <a:r>
              <a:rPr sz="1150" spc="60" dirty="0">
                <a:solidFill>
                  <a:srgbClr val="E6F5FF"/>
                </a:solidFill>
                <a:latin typeface="Arial"/>
                <a:cs typeface="Arial"/>
              </a:rPr>
              <a:t>Artificial</a:t>
            </a:r>
            <a:r>
              <a:rPr sz="1150" spc="45" dirty="0">
                <a:solidFill>
                  <a:srgbClr val="E6F5FF"/>
                </a:solidFill>
                <a:latin typeface="Arial"/>
                <a:cs typeface="Arial"/>
              </a:rPr>
              <a:t> Intelligence </a:t>
            </a:r>
            <a:r>
              <a:rPr sz="1150" spc="80" dirty="0">
                <a:solidFill>
                  <a:srgbClr val="E6F5FF"/>
                </a:solidFill>
                <a:latin typeface="Arial"/>
                <a:cs typeface="Arial"/>
              </a:rPr>
              <a:t>for</a:t>
            </a:r>
            <a:r>
              <a:rPr sz="1150" spc="45" dirty="0">
                <a:solidFill>
                  <a:srgbClr val="E6F5FF"/>
                </a:solidFill>
                <a:latin typeface="Arial"/>
                <a:cs typeface="Arial"/>
              </a:rPr>
              <a:t> </a:t>
            </a:r>
            <a:r>
              <a:rPr sz="1150" dirty="0">
                <a:solidFill>
                  <a:srgbClr val="E6F5FF"/>
                </a:solidFill>
                <a:latin typeface="Arial"/>
                <a:cs typeface="Arial"/>
              </a:rPr>
              <a:t>Healthcare,”</a:t>
            </a:r>
            <a:r>
              <a:rPr sz="1150" spc="45" dirty="0">
                <a:solidFill>
                  <a:srgbClr val="E6F5FF"/>
                </a:solidFill>
                <a:latin typeface="Arial"/>
                <a:cs typeface="Arial"/>
              </a:rPr>
              <a:t> </a:t>
            </a:r>
            <a:r>
              <a:rPr sz="1150" dirty="0">
                <a:solidFill>
                  <a:srgbClr val="E6F5FF"/>
                </a:solidFill>
                <a:latin typeface="Arial"/>
                <a:cs typeface="Arial"/>
              </a:rPr>
              <a:t>The</a:t>
            </a:r>
            <a:r>
              <a:rPr sz="1150" spc="45" dirty="0">
                <a:solidFill>
                  <a:srgbClr val="E6F5FF"/>
                </a:solidFill>
                <a:latin typeface="Arial"/>
                <a:cs typeface="Arial"/>
              </a:rPr>
              <a:t> </a:t>
            </a:r>
            <a:r>
              <a:rPr sz="1150" dirty="0">
                <a:solidFill>
                  <a:srgbClr val="E6F5FF"/>
                </a:solidFill>
                <a:latin typeface="Arial"/>
                <a:cs typeface="Arial"/>
              </a:rPr>
              <a:t>Lancet</a:t>
            </a:r>
            <a:r>
              <a:rPr sz="1150" spc="45" dirty="0">
                <a:solidFill>
                  <a:srgbClr val="E6F5FF"/>
                </a:solidFill>
                <a:latin typeface="Arial"/>
                <a:cs typeface="Arial"/>
              </a:rPr>
              <a:t> Digital </a:t>
            </a:r>
            <a:r>
              <a:rPr sz="1150" dirty="0">
                <a:solidFill>
                  <a:srgbClr val="E6F5FF"/>
                </a:solidFill>
                <a:latin typeface="Arial"/>
                <a:cs typeface="Arial"/>
              </a:rPr>
              <a:t>Health,</a:t>
            </a:r>
            <a:r>
              <a:rPr sz="1150" spc="45" dirty="0">
                <a:solidFill>
                  <a:srgbClr val="E6F5FF"/>
                </a:solidFill>
                <a:latin typeface="Arial"/>
                <a:cs typeface="Arial"/>
              </a:rPr>
              <a:t> </a:t>
            </a:r>
            <a:r>
              <a:rPr sz="1150" spc="50" dirty="0">
                <a:solidFill>
                  <a:srgbClr val="E6F5FF"/>
                </a:solidFill>
                <a:latin typeface="Arial"/>
                <a:cs typeface="Arial"/>
              </a:rPr>
              <a:t>vol.</a:t>
            </a:r>
            <a:r>
              <a:rPr sz="1150" spc="45" dirty="0">
                <a:solidFill>
                  <a:srgbClr val="E6F5FF"/>
                </a:solidFill>
                <a:latin typeface="Arial"/>
                <a:cs typeface="Arial"/>
              </a:rPr>
              <a:t> </a:t>
            </a:r>
            <a:r>
              <a:rPr sz="1150" dirty="0">
                <a:solidFill>
                  <a:srgbClr val="E6F5FF"/>
                </a:solidFill>
                <a:latin typeface="Arial"/>
                <a:cs typeface="Arial"/>
              </a:rPr>
              <a:t>1,</a:t>
            </a:r>
            <a:r>
              <a:rPr sz="1150" spc="50" dirty="0">
                <a:solidFill>
                  <a:srgbClr val="E6F5FF"/>
                </a:solidFill>
                <a:latin typeface="Arial"/>
                <a:cs typeface="Arial"/>
              </a:rPr>
              <a:t> </a:t>
            </a:r>
            <a:r>
              <a:rPr sz="1150" dirty="0">
                <a:solidFill>
                  <a:srgbClr val="E6F5FF"/>
                </a:solidFill>
                <a:latin typeface="Arial"/>
                <a:cs typeface="Arial"/>
              </a:rPr>
              <a:t>no.</a:t>
            </a:r>
            <a:r>
              <a:rPr sz="1150" spc="45" dirty="0">
                <a:solidFill>
                  <a:srgbClr val="E6F5FF"/>
                </a:solidFill>
                <a:latin typeface="Arial"/>
                <a:cs typeface="Arial"/>
              </a:rPr>
              <a:t> </a:t>
            </a:r>
            <a:r>
              <a:rPr sz="1150" dirty="0">
                <a:solidFill>
                  <a:srgbClr val="E6F5FF"/>
                </a:solidFill>
                <a:latin typeface="Arial"/>
                <a:cs typeface="Arial"/>
              </a:rPr>
              <a:t>2,</a:t>
            </a:r>
            <a:r>
              <a:rPr sz="1150" spc="45" dirty="0">
                <a:solidFill>
                  <a:srgbClr val="E6F5FF"/>
                </a:solidFill>
                <a:latin typeface="Arial"/>
                <a:cs typeface="Arial"/>
              </a:rPr>
              <a:t> </a:t>
            </a:r>
            <a:r>
              <a:rPr sz="1150" dirty="0">
                <a:solidFill>
                  <a:srgbClr val="E6F5FF"/>
                </a:solidFill>
                <a:latin typeface="Arial"/>
                <a:cs typeface="Arial"/>
              </a:rPr>
              <a:t>pp.</a:t>
            </a:r>
            <a:r>
              <a:rPr sz="1150" spc="45" dirty="0">
                <a:solidFill>
                  <a:srgbClr val="E6F5FF"/>
                </a:solidFill>
                <a:latin typeface="Arial"/>
                <a:cs typeface="Arial"/>
              </a:rPr>
              <a:t> </a:t>
            </a:r>
            <a:r>
              <a:rPr sz="1150" spc="-10" dirty="0">
                <a:solidFill>
                  <a:srgbClr val="E6F5FF"/>
                </a:solidFill>
                <a:latin typeface="Arial"/>
                <a:cs typeface="Arial"/>
              </a:rPr>
              <a:t>e67–</a:t>
            </a:r>
            <a:r>
              <a:rPr sz="1150" dirty="0">
                <a:solidFill>
                  <a:srgbClr val="E6F5FF"/>
                </a:solidFill>
                <a:latin typeface="Arial"/>
                <a:cs typeface="Arial"/>
              </a:rPr>
              <a:t>e68,</a:t>
            </a:r>
            <a:r>
              <a:rPr sz="1150" spc="45" dirty="0">
                <a:solidFill>
                  <a:srgbClr val="E6F5FF"/>
                </a:solidFill>
                <a:latin typeface="Arial"/>
                <a:cs typeface="Arial"/>
              </a:rPr>
              <a:t> </a:t>
            </a:r>
            <a:r>
              <a:rPr sz="1150" spc="-10" dirty="0">
                <a:solidFill>
                  <a:srgbClr val="E6F5FF"/>
                </a:solidFill>
                <a:latin typeface="Arial"/>
                <a:cs typeface="Arial"/>
              </a:rPr>
              <a:t>2019.</a:t>
            </a:r>
            <a:endParaRPr sz="1150">
              <a:latin typeface="Arial"/>
              <a:cs typeface="Arial"/>
            </a:endParaRPr>
          </a:p>
          <a:p>
            <a:pPr>
              <a:lnSpc>
                <a:spcPct val="100000"/>
              </a:lnSpc>
              <a:spcBef>
                <a:spcPts val="415"/>
              </a:spcBef>
              <a:buAutoNum type="arabicPlain"/>
            </a:pPr>
            <a:endParaRPr sz="1150">
              <a:latin typeface="Arial"/>
              <a:cs typeface="Arial"/>
            </a:endParaRPr>
          </a:p>
          <a:p>
            <a:pPr marL="218440" indent="-205740">
              <a:lnSpc>
                <a:spcPct val="100000"/>
              </a:lnSpc>
              <a:buAutoNum type="arabicPlain"/>
              <a:tabLst>
                <a:tab pos="218440" algn="l"/>
              </a:tabLst>
            </a:pPr>
            <a:r>
              <a:rPr sz="1150" dirty="0">
                <a:solidFill>
                  <a:srgbClr val="E6F5FF"/>
                </a:solidFill>
                <a:latin typeface="Arial"/>
                <a:cs typeface="Arial"/>
              </a:rPr>
              <a:t>M.</a:t>
            </a:r>
            <a:r>
              <a:rPr sz="1150" spc="5" dirty="0">
                <a:solidFill>
                  <a:srgbClr val="E6F5FF"/>
                </a:solidFill>
                <a:latin typeface="Arial"/>
                <a:cs typeface="Arial"/>
              </a:rPr>
              <a:t> </a:t>
            </a:r>
            <a:r>
              <a:rPr sz="1150" dirty="0">
                <a:solidFill>
                  <a:srgbClr val="E6F5FF"/>
                </a:solidFill>
                <a:latin typeface="Arial"/>
                <a:cs typeface="Arial"/>
              </a:rPr>
              <a:t>M.</a:t>
            </a:r>
            <a:r>
              <a:rPr sz="1150" spc="10" dirty="0">
                <a:solidFill>
                  <a:srgbClr val="E6F5FF"/>
                </a:solidFill>
                <a:latin typeface="Arial"/>
                <a:cs typeface="Arial"/>
              </a:rPr>
              <a:t> </a:t>
            </a:r>
            <a:r>
              <a:rPr sz="1150" dirty="0">
                <a:solidFill>
                  <a:srgbClr val="E6F5FF"/>
                </a:solidFill>
                <a:latin typeface="Arial"/>
                <a:cs typeface="Arial"/>
              </a:rPr>
              <a:t>Islam,</a:t>
            </a:r>
            <a:r>
              <a:rPr sz="1150" spc="10" dirty="0">
                <a:solidFill>
                  <a:srgbClr val="E6F5FF"/>
                </a:solidFill>
                <a:latin typeface="Arial"/>
                <a:cs typeface="Arial"/>
              </a:rPr>
              <a:t> </a:t>
            </a:r>
            <a:r>
              <a:rPr sz="1150" dirty="0">
                <a:solidFill>
                  <a:srgbClr val="E6F5FF"/>
                </a:solidFill>
                <a:latin typeface="Arial"/>
                <a:cs typeface="Arial"/>
              </a:rPr>
              <a:t>M.</a:t>
            </a:r>
            <a:r>
              <a:rPr sz="1150" spc="10" dirty="0">
                <a:solidFill>
                  <a:srgbClr val="E6F5FF"/>
                </a:solidFill>
                <a:latin typeface="Arial"/>
                <a:cs typeface="Arial"/>
              </a:rPr>
              <a:t> </a:t>
            </a:r>
            <a:r>
              <a:rPr sz="1150" dirty="0">
                <a:solidFill>
                  <a:srgbClr val="E6F5FF"/>
                </a:solidFill>
                <a:latin typeface="Arial"/>
                <a:cs typeface="Arial"/>
              </a:rPr>
              <a:t>Rahaman,</a:t>
            </a:r>
            <a:r>
              <a:rPr sz="1150" spc="10" dirty="0">
                <a:solidFill>
                  <a:srgbClr val="E6F5FF"/>
                </a:solidFill>
                <a:latin typeface="Arial"/>
                <a:cs typeface="Arial"/>
              </a:rPr>
              <a:t> </a:t>
            </a:r>
            <a:r>
              <a:rPr sz="1150" spc="50" dirty="0">
                <a:solidFill>
                  <a:srgbClr val="E6F5FF"/>
                </a:solidFill>
                <a:latin typeface="Arial"/>
                <a:cs typeface="Arial"/>
              </a:rPr>
              <a:t>and</a:t>
            </a:r>
            <a:r>
              <a:rPr sz="1150" spc="10" dirty="0">
                <a:solidFill>
                  <a:srgbClr val="E6F5FF"/>
                </a:solidFill>
                <a:latin typeface="Arial"/>
                <a:cs typeface="Arial"/>
              </a:rPr>
              <a:t> </a:t>
            </a:r>
            <a:r>
              <a:rPr sz="1150" dirty="0">
                <a:solidFill>
                  <a:srgbClr val="E6F5FF"/>
                </a:solidFill>
                <a:latin typeface="Arial"/>
                <a:cs typeface="Arial"/>
              </a:rPr>
              <a:t>M.</a:t>
            </a:r>
            <a:r>
              <a:rPr sz="1150" spc="10" dirty="0">
                <a:solidFill>
                  <a:srgbClr val="E6F5FF"/>
                </a:solidFill>
                <a:latin typeface="Arial"/>
                <a:cs typeface="Arial"/>
              </a:rPr>
              <a:t> </a:t>
            </a:r>
            <a:r>
              <a:rPr sz="1150" spc="-55" dirty="0">
                <a:solidFill>
                  <a:srgbClr val="E6F5FF"/>
                </a:solidFill>
                <a:latin typeface="Arial"/>
                <a:cs typeface="Arial"/>
              </a:rPr>
              <a:t>R.</a:t>
            </a:r>
            <a:r>
              <a:rPr sz="1150" spc="10" dirty="0">
                <a:solidFill>
                  <a:srgbClr val="E6F5FF"/>
                </a:solidFill>
                <a:latin typeface="Arial"/>
                <a:cs typeface="Arial"/>
              </a:rPr>
              <a:t> </a:t>
            </a:r>
            <a:r>
              <a:rPr sz="1150" dirty="0">
                <a:solidFill>
                  <a:srgbClr val="E6F5FF"/>
                </a:solidFill>
                <a:latin typeface="Arial"/>
                <a:cs typeface="Arial"/>
              </a:rPr>
              <a:t>Islam,</a:t>
            </a:r>
            <a:r>
              <a:rPr sz="1150" spc="10" dirty="0">
                <a:solidFill>
                  <a:srgbClr val="E6F5FF"/>
                </a:solidFill>
                <a:latin typeface="Arial"/>
                <a:cs typeface="Arial"/>
              </a:rPr>
              <a:t> </a:t>
            </a:r>
            <a:r>
              <a:rPr sz="1150" spc="60" dirty="0">
                <a:solidFill>
                  <a:srgbClr val="E6F5FF"/>
                </a:solidFill>
                <a:latin typeface="Arial"/>
                <a:cs typeface="Arial"/>
              </a:rPr>
              <a:t>“Development</a:t>
            </a:r>
            <a:r>
              <a:rPr sz="1150" spc="10" dirty="0">
                <a:solidFill>
                  <a:srgbClr val="E6F5FF"/>
                </a:solidFill>
                <a:latin typeface="Arial"/>
                <a:cs typeface="Arial"/>
              </a:rPr>
              <a:t> </a:t>
            </a:r>
            <a:r>
              <a:rPr sz="1150" spc="85" dirty="0">
                <a:solidFill>
                  <a:srgbClr val="E6F5FF"/>
                </a:solidFill>
                <a:latin typeface="Arial"/>
                <a:cs typeface="Arial"/>
              </a:rPr>
              <a:t>of</a:t>
            </a:r>
            <a:r>
              <a:rPr sz="1150" spc="10" dirty="0">
                <a:solidFill>
                  <a:srgbClr val="E6F5FF"/>
                </a:solidFill>
                <a:latin typeface="Arial"/>
                <a:cs typeface="Arial"/>
              </a:rPr>
              <a:t> </a:t>
            </a:r>
            <a:r>
              <a:rPr sz="1150" dirty="0">
                <a:solidFill>
                  <a:srgbClr val="E6F5FF"/>
                </a:solidFill>
                <a:latin typeface="Arial"/>
                <a:cs typeface="Arial"/>
              </a:rPr>
              <a:t>Smart</a:t>
            </a:r>
            <a:r>
              <a:rPr sz="1150" spc="10" dirty="0">
                <a:solidFill>
                  <a:srgbClr val="E6F5FF"/>
                </a:solidFill>
                <a:latin typeface="Arial"/>
                <a:cs typeface="Arial"/>
              </a:rPr>
              <a:t> </a:t>
            </a:r>
            <a:r>
              <a:rPr sz="1150" spc="45" dirty="0">
                <a:solidFill>
                  <a:srgbClr val="E6F5FF"/>
                </a:solidFill>
                <a:latin typeface="Arial"/>
                <a:cs typeface="Arial"/>
              </a:rPr>
              <a:t>Healthcare</a:t>
            </a:r>
            <a:r>
              <a:rPr sz="1150" spc="10" dirty="0">
                <a:solidFill>
                  <a:srgbClr val="E6F5FF"/>
                </a:solidFill>
                <a:latin typeface="Arial"/>
                <a:cs typeface="Arial"/>
              </a:rPr>
              <a:t> </a:t>
            </a:r>
            <a:r>
              <a:rPr sz="1150" spc="60" dirty="0">
                <a:solidFill>
                  <a:srgbClr val="E6F5FF"/>
                </a:solidFill>
                <a:latin typeface="Arial"/>
                <a:cs typeface="Arial"/>
              </a:rPr>
              <a:t>Monitoring</a:t>
            </a:r>
            <a:r>
              <a:rPr sz="1150" spc="10" dirty="0">
                <a:solidFill>
                  <a:srgbClr val="E6F5FF"/>
                </a:solidFill>
                <a:latin typeface="Arial"/>
                <a:cs typeface="Arial"/>
              </a:rPr>
              <a:t> </a:t>
            </a:r>
            <a:r>
              <a:rPr sz="1150" dirty="0">
                <a:solidFill>
                  <a:srgbClr val="E6F5FF"/>
                </a:solidFill>
                <a:latin typeface="Arial"/>
                <a:cs typeface="Arial"/>
              </a:rPr>
              <a:t>System</a:t>
            </a:r>
            <a:r>
              <a:rPr sz="1150" spc="10" dirty="0">
                <a:solidFill>
                  <a:srgbClr val="E6F5FF"/>
                </a:solidFill>
                <a:latin typeface="Arial"/>
                <a:cs typeface="Arial"/>
              </a:rPr>
              <a:t> </a:t>
            </a:r>
            <a:r>
              <a:rPr sz="1150" spc="60" dirty="0">
                <a:solidFill>
                  <a:srgbClr val="E6F5FF"/>
                </a:solidFill>
                <a:latin typeface="Arial"/>
                <a:cs typeface="Arial"/>
              </a:rPr>
              <a:t>in</a:t>
            </a:r>
            <a:r>
              <a:rPr sz="1150" spc="10" dirty="0">
                <a:solidFill>
                  <a:srgbClr val="E6F5FF"/>
                </a:solidFill>
                <a:latin typeface="Arial"/>
                <a:cs typeface="Arial"/>
              </a:rPr>
              <a:t> </a:t>
            </a:r>
            <a:r>
              <a:rPr sz="1150" dirty="0">
                <a:solidFill>
                  <a:srgbClr val="E6F5FF"/>
                </a:solidFill>
                <a:latin typeface="Arial"/>
                <a:cs typeface="Arial"/>
              </a:rPr>
              <a:t>IoT</a:t>
            </a:r>
            <a:r>
              <a:rPr sz="1150" spc="10" dirty="0">
                <a:solidFill>
                  <a:srgbClr val="E6F5FF"/>
                </a:solidFill>
                <a:latin typeface="Arial"/>
                <a:cs typeface="Arial"/>
              </a:rPr>
              <a:t> </a:t>
            </a:r>
            <a:r>
              <a:rPr sz="1150" spc="45" dirty="0">
                <a:solidFill>
                  <a:srgbClr val="E6F5FF"/>
                </a:solidFill>
                <a:latin typeface="Arial"/>
                <a:cs typeface="Arial"/>
              </a:rPr>
              <a:t>Environment,”</a:t>
            </a:r>
            <a:r>
              <a:rPr sz="1150" spc="5" dirty="0">
                <a:solidFill>
                  <a:srgbClr val="E6F5FF"/>
                </a:solidFill>
                <a:latin typeface="Arial"/>
                <a:cs typeface="Arial"/>
              </a:rPr>
              <a:t> </a:t>
            </a:r>
            <a:r>
              <a:rPr sz="1150" dirty="0">
                <a:solidFill>
                  <a:srgbClr val="E6F5FF"/>
                </a:solidFill>
                <a:latin typeface="Arial"/>
                <a:cs typeface="Arial"/>
              </a:rPr>
              <a:t>SN</a:t>
            </a:r>
            <a:r>
              <a:rPr sz="1150" spc="10" dirty="0">
                <a:solidFill>
                  <a:srgbClr val="E6F5FF"/>
                </a:solidFill>
                <a:latin typeface="Arial"/>
                <a:cs typeface="Arial"/>
              </a:rPr>
              <a:t> </a:t>
            </a:r>
            <a:r>
              <a:rPr sz="1150" spc="60" dirty="0">
                <a:solidFill>
                  <a:srgbClr val="E6F5FF"/>
                </a:solidFill>
                <a:latin typeface="Arial"/>
                <a:cs typeface="Arial"/>
              </a:rPr>
              <a:t>Computer</a:t>
            </a:r>
            <a:r>
              <a:rPr sz="1150" spc="10" dirty="0">
                <a:solidFill>
                  <a:srgbClr val="E6F5FF"/>
                </a:solidFill>
                <a:latin typeface="Arial"/>
                <a:cs typeface="Arial"/>
              </a:rPr>
              <a:t> </a:t>
            </a:r>
            <a:r>
              <a:rPr sz="1150" dirty="0">
                <a:solidFill>
                  <a:srgbClr val="E6F5FF"/>
                </a:solidFill>
                <a:latin typeface="Arial"/>
                <a:cs typeface="Arial"/>
              </a:rPr>
              <a:t>Science,</a:t>
            </a:r>
            <a:r>
              <a:rPr sz="1150" spc="10" dirty="0">
                <a:solidFill>
                  <a:srgbClr val="E6F5FF"/>
                </a:solidFill>
                <a:latin typeface="Arial"/>
                <a:cs typeface="Arial"/>
              </a:rPr>
              <a:t> </a:t>
            </a:r>
            <a:r>
              <a:rPr sz="1150" spc="50" dirty="0">
                <a:solidFill>
                  <a:srgbClr val="E6F5FF"/>
                </a:solidFill>
                <a:latin typeface="Arial"/>
                <a:cs typeface="Arial"/>
              </a:rPr>
              <a:t>vol.</a:t>
            </a:r>
            <a:r>
              <a:rPr sz="1150" spc="10" dirty="0">
                <a:solidFill>
                  <a:srgbClr val="E6F5FF"/>
                </a:solidFill>
                <a:latin typeface="Arial"/>
                <a:cs typeface="Arial"/>
              </a:rPr>
              <a:t> </a:t>
            </a:r>
            <a:r>
              <a:rPr sz="1150" dirty="0">
                <a:solidFill>
                  <a:srgbClr val="E6F5FF"/>
                </a:solidFill>
                <a:latin typeface="Arial"/>
                <a:cs typeface="Arial"/>
              </a:rPr>
              <a:t>1,</a:t>
            </a:r>
            <a:r>
              <a:rPr sz="1150" spc="10" dirty="0">
                <a:solidFill>
                  <a:srgbClr val="E6F5FF"/>
                </a:solidFill>
                <a:latin typeface="Arial"/>
                <a:cs typeface="Arial"/>
              </a:rPr>
              <a:t> </a:t>
            </a:r>
            <a:r>
              <a:rPr sz="1150" dirty="0">
                <a:solidFill>
                  <a:srgbClr val="E6F5FF"/>
                </a:solidFill>
                <a:latin typeface="Arial"/>
                <a:cs typeface="Arial"/>
              </a:rPr>
              <a:t>no.</a:t>
            </a:r>
            <a:r>
              <a:rPr sz="1150" spc="10" dirty="0">
                <a:solidFill>
                  <a:srgbClr val="E6F5FF"/>
                </a:solidFill>
                <a:latin typeface="Arial"/>
                <a:cs typeface="Arial"/>
              </a:rPr>
              <a:t> </a:t>
            </a:r>
            <a:r>
              <a:rPr sz="1150" dirty="0">
                <a:solidFill>
                  <a:srgbClr val="E6F5FF"/>
                </a:solidFill>
                <a:latin typeface="Arial"/>
                <a:cs typeface="Arial"/>
              </a:rPr>
              <a:t>3,</a:t>
            </a:r>
            <a:r>
              <a:rPr sz="1150" spc="10" dirty="0">
                <a:solidFill>
                  <a:srgbClr val="E6F5FF"/>
                </a:solidFill>
                <a:latin typeface="Arial"/>
                <a:cs typeface="Arial"/>
              </a:rPr>
              <a:t> </a:t>
            </a:r>
            <a:r>
              <a:rPr sz="1150" dirty="0">
                <a:solidFill>
                  <a:srgbClr val="E6F5FF"/>
                </a:solidFill>
                <a:latin typeface="Arial"/>
                <a:cs typeface="Arial"/>
              </a:rPr>
              <a:t>pp.</a:t>
            </a:r>
            <a:r>
              <a:rPr sz="1150" spc="10" dirty="0">
                <a:solidFill>
                  <a:srgbClr val="E6F5FF"/>
                </a:solidFill>
                <a:latin typeface="Arial"/>
                <a:cs typeface="Arial"/>
              </a:rPr>
              <a:t> </a:t>
            </a:r>
            <a:r>
              <a:rPr sz="1150" spc="-100" dirty="0">
                <a:solidFill>
                  <a:srgbClr val="E6F5FF"/>
                </a:solidFill>
                <a:latin typeface="Arial"/>
                <a:cs typeface="Arial"/>
              </a:rPr>
              <a:t>1–</a:t>
            </a:r>
            <a:r>
              <a:rPr sz="1150" spc="-20" dirty="0">
                <a:solidFill>
                  <a:srgbClr val="E6F5FF"/>
                </a:solidFill>
                <a:latin typeface="Arial"/>
                <a:cs typeface="Arial"/>
              </a:rPr>
              <a:t>11,</a:t>
            </a:r>
            <a:r>
              <a:rPr sz="1150" spc="10" dirty="0">
                <a:solidFill>
                  <a:srgbClr val="E6F5FF"/>
                </a:solidFill>
                <a:latin typeface="Arial"/>
                <a:cs typeface="Arial"/>
              </a:rPr>
              <a:t> </a:t>
            </a:r>
            <a:r>
              <a:rPr sz="1150" spc="-10" dirty="0">
                <a:solidFill>
                  <a:srgbClr val="E6F5FF"/>
                </a:solidFill>
                <a:latin typeface="Arial"/>
                <a:cs typeface="Arial"/>
              </a:rPr>
              <a:t>2020.</a:t>
            </a:r>
            <a:endParaRPr sz="1150">
              <a:latin typeface="Arial"/>
              <a:cs typeface="Arial"/>
            </a:endParaRPr>
          </a:p>
          <a:p>
            <a:pPr>
              <a:lnSpc>
                <a:spcPct val="100000"/>
              </a:lnSpc>
              <a:spcBef>
                <a:spcPts val="409"/>
              </a:spcBef>
              <a:buAutoNum type="arabicPlain"/>
            </a:pPr>
            <a:endParaRPr sz="1150">
              <a:latin typeface="Arial"/>
              <a:cs typeface="Arial"/>
            </a:endParaRPr>
          </a:p>
          <a:p>
            <a:pPr marL="234950" indent="-222250">
              <a:lnSpc>
                <a:spcPct val="100000"/>
              </a:lnSpc>
              <a:buAutoNum type="arabicPlain"/>
              <a:tabLst>
                <a:tab pos="234950" algn="l"/>
              </a:tabLst>
            </a:pPr>
            <a:r>
              <a:rPr sz="1150" spc="-55" dirty="0">
                <a:solidFill>
                  <a:srgbClr val="E6F5FF"/>
                </a:solidFill>
                <a:latin typeface="Arial"/>
                <a:cs typeface="Arial"/>
              </a:rPr>
              <a:t>R.</a:t>
            </a:r>
            <a:r>
              <a:rPr sz="1150" spc="10" dirty="0">
                <a:solidFill>
                  <a:srgbClr val="E6F5FF"/>
                </a:solidFill>
                <a:latin typeface="Arial"/>
                <a:cs typeface="Arial"/>
              </a:rPr>
              <a:t> </a:t>
            </a:r>
            <a:r>
              <a:rPr sz="1150" spc="-10" dirty="0">
                <a:solidFill>
                  <a:srgbClr val="E6F5FF"/>
                </a:solidFill>
                <a:latin typeface="Arial"/>
                <a:cs typeface="Arial"/>
              </a:rPr>
              <a:t>K.</a:t>
            </a:r>
            <a:r>
              <a:rPr sz="1150" spc="15" dirty="0">
                <a:solidFill>
                  <a:srgbClr val="E6F5FF"/>
                </a:solidFill>
                <a:latin typeface="Arial"/>
                <a:cs typeface="Arial"/>
              </a:rPr>
              <a:t> </a:t>
            </a:r>
            <a:r>
              <a:rPr sz="1150" dirty="0">
                <a:solidFill>
                  <a:srgbClr val="E6F5FF"/>
                </a:solidFill>
                <a:latin typeface="Arial"/>
                <a:cs typeface="Arial"/>
              </a:rPr>
              <a:t>Reddy</a:t>
            </a:r>
            <a:r>
              <a:rPr sz="1150" spc="10" dirty="0">
                <a:solidFill>
                  <a:srgbClr val="E6F5FF"/>
                </a:solidFill>
                <a:latin typeface="Arial"/>
                <a:cs typeface="Arial"/>
              </a:rPr>
              <a:t> </a:t>
            </a:r>
            <a:r>
              <a:rPr sz="1150" spc="50" dirty="0">
                <a:solidFill>
                  <a:srgbClr val="E6F5FF"/>
                </a:solidFill>
                <a:latin typeface="Arial"/>
                <a:cs typeface="Arial"/>
              </a:rPr>
              <a:t>and</a:t>
            </a:r>
            <a:r>
              <a:rPr sz="1150" spc="15" dirty="0">
                <a:solidFill>
                  <a:srgbClr val="E6F5FF"/>
                </a:solidFill>
                <a:latin typeface="Arial"/>
                <a:cs typeface="Arial"/>
              </a:rPr>
              <a:t> </a:t>
            </a:r>
            <a:r>
              <a:rPr sz="1150" spc="-70" dirty="0">
                <a:solidFill>
                  <a:srgbClr val="E6F5FF"/>
                </a:solidFill>
                <a:latin typeface="Arial"/>
                <a:cs typeface="Arial"/>
              </a:rPr>
              <a:t>V.</a:t>
            </a:r>
            <a:r>
              <a:rPr sz="1150" spc="15" dirty="0">
                <a:solidFill>
                  <a:srgbClr val="E6F5FF"/>
                </a:solidFill>
                <a:latin typeface="Arial"/>
                <a:cs typeface="Arial"/>
              </a:rPr>
              <a:t> </a:t>
            </a:r>
            <a:r>
              <a:rPr sz="1150" dirty="0">
                <a:solidFill>
                  <a:srgbClr val="E6F5FF"/>
                </a:solidFill>
                <a:latin typeface="Arial"/>
                <a:cs typeface="Arial"/>
              </a:rPr>
              <a:t>Kumar,</a:t>
            </a:r>
            <a:r>
              <a:rPr sz="1150" spc="10" dirty="0">
                <a:solidFill>
                  <a:srgbClr val="E6F5FF"/>
                </a:solidFill>
                <a:latin typeface="Arial"/>
                <a:cs typeface="Arial"/>
              </a:rPr>
              <a:t> </a:t>
            </a:r>
            <a:r>
              <a:rPr sz="1150" spc="55" dirty="0">
                <a:solidFill>
                  <a:srgbClr val="E6F5FF"/>
                </a:solidFill>
                <a:latin typeface="Arial"/>
                <a:cs typeface="Arial"/>
              </a:rPr>
              <a:t>“Artificial</a:t>
            </a:r>
            <a:r>
              <a:rPr sz="1150" spc="15" dirty="0">
                <a:solidFill>
                  <a:srgbClr val="E6F5FF"/>
                </a:solidFill>
                <a:latin typeface="Arial"/>
                <a:cs typeface="Arial"/>
              </a:rPr>
              <a:t> </a:t>
            </a:r>
            <a:r>
              <a:rPr sz="1150" spc="45" dirty="0">
                <a:solidFill>
                  <a:srgbClr val="E6F5FF"/>
                </a:solidFill>
                <a:latin typeface="Arial"/>
                <a:cs typeface="Arial"/>
              </a:rPr>
              <a:t>Intelligence</a:t>
            </a:r>
            <a:r>
              <a:rPr sz="1150" spc="15" dirty="0">
                <a:solidFill>
                  <a:srgbClr val="E6F5FF"/>
                </a:solidFill>
                <a:latin typeface="Arial"/>
                <a:cs typeface="Arial"/>
              </a:rPr>
              <a:t> </a:t>
            </a:r>
            <a:r>
              <a:rPr sz="1150" spc="60" dirty="0">
                <a:solidFill>
                  <a:srgbClr val="E6F5FF"/>
                </a:solidFill>
                <a:latin typeface="Arial"/>
                <a:cs typeface="Arial"/>
              </a:rPr>
              <a:t>in</a:t>
            </a:r>
            <a:r>
              <a:rPr sz="1150" spc="10" dirty="0">
                <a:solidFill>
                  <a:srgbClr val="E6F5FF"/>
                </a:solidFill>
                <a:latin typeface="Arial"/>
                <a:cs typeface="Arial"/>
              </a:rPr>
              <a:t> </a:t>
            </a:r>
            <a:r>
              <a:rPr sz="1150" dirty="0">
                <a:solidFill>
                  <a:srgbClr val="E6F5FF"/>
                </a:solidFill>
                <a:latin typeface="Arial"/>
                <a:cs typeface="Arial"/>
              </a:rPr>
              <a:t>Healthcare:</a:t>
            </a:r>
            <a:r>
              <a:rPr sz="1150" spc="15" dirty="0">
                <a:solidFill>
                  <a:srgbClr val="E6F5FF"/>
                </a:solidFill>
                <a:latin typeface="Arial"/>
                <a:cs typeface="Arial"/>
              </a:rPr>
              <a:t> </a:t>
            </a:r>
            <a:r>
              <a:rPr sz="1150" spc="60" dirty="0">
                <a:solidFill>
                  <a:srgbClr val="E6F5FF"/>
                </a:solidFill>
                <a:latin typeface="Arial"/>
                <a:cs typeface="Arial"/>
              </a:rPr>
              <a:t>Opportunities</a:t>
            </a:r>
            <a:r>
              <a:rPr sz="1150" spc="15" dirty="0">
                <a:solidFill>
                  <a:srgbClr val="E6F5FF"/>
                </a:solidFill>
                <a:latin typeface="Arial"/>
                <a:cs typeface="Arial"/>
              </a:rPr>
              <a:t> </a:t>
            </a:r>
            <a:r>
              <a:rPr sz="1150" spc="50" dirty="0">
                <a:solidFill>
                  <a:srgbClr val="E6F5FF"/>
                </a:solidFill>
                <a:latin typeface="Arial"/>
                <a:cs typeface="Arial"/>
              </a:rPr>
              <a:t>and</a:t>
            </a:r>
            <a:r>
              <a:rPr sz="1150" spc="10" dirty="0">
                <a:solidFill>
                  <a:srgbClr val="E6F5FF"/>
                </a:solidFill>
                <a:latin typeface="Arial"/>
                <a:cs typeface="Arial"/>
              </a:rPr>
              <a:t> </a:t>
            </a:r>
            <a:r>
              <a:rPr sz="1150" dirty="0">
                <a:solidFill>
                  <a:srgbClr val="E6F5FF"/>
                </a:solidFill>
                <a:latin typeface="Arial"/>
                <a:cs typeface="Arial"/>
              </a:rPr>
              <a:t>Challenges,”</a:t>
            </a:r>
            <a:r>
              <a:rPr sz="1150" spc="15" dirty="0">
                <a:solidFill>
                  <a:srgbClr val="E6F5FF"/>
                </a:solidFill>
                <a:latin typeface="Arial"/>
                <a:cs typeface="Arial"/>
              </a:rPr>
              <a:t> </a:t>
            </a:r>
            <a:r>
              <a:rPr sz="1150" spc="55" dirty="0">
                <a:solidFill>
                  <a:srgbClr val="E6F5FF"/>
                </a:solidFill>
                <a:latin typeface="Arial"/>
                <a:cs typeface="Arial"/>
              </a:rPr>
              <a:t>International</a:t>
            </a:r>
            <a:r>
              <a:rPr sz="1150" spc="10" dirty="0">
                <a:solidFill>
                  <a:srgbClr val="E6F5FF"/>
                </a:solidFill>
                <a:latin typeface="Arial"/>
                <a:cs typeface="Arial"/>
              </a:rPr>
              <a:t> </a:t>
            </a:r>
            <a:r>
              <a:rPr sz="1150" spc="55" dirty="0">
                <a:solidFill>
                  <a:srgbClr val="E6F5FF"/>
                </a:solidFill>
                <a:latin typeface="Arial"/>
                <a:cs typeface="Arial"/>
              </a:rPr>
              <a:t>Journal</a:t>
            </a:r>
            <a:r>
              <a:rPr sz="1150" spc="15" dirty="0">
                <a:solidFill>
                  <a:srgbClr val="E6F5FF"/>
                </a:solidFill>
                <a:latin typeface="Arial"/>
                <a:cs typeface="Arial"/>
              </a:rPr>
              <a:t> </a:t>
            </a:r>
            <a:r>
              <a:rPr sz="1150" spc="85" dirty="0">
                <a:solidFill>
                  <a:srgbClr val="E6F5FF"/>
                </a:solidFill>
                <a:latin typeface="Arial"/>
                <a:cs typeface="Arial"/>
              </a:rPr>
              <a:t>of</a:t>
            </a:r>
            <a:r>
              <a:rPr sz="1150" spc="15" dirty="0">
                <a:solidFill>
                  <a:srgbClr val="E6F5FF"/>
                </a:solidFill>
                <a:latin typeface="Arial"/>
                <a:cs typeface="Arial"/>
              </a:rPr>
              <a:t> </a:t>
            </a:r>
            <a:r>
              <a:rPr sz="1150" spc="45" dirty="0">
                <a:solidFill>
                  <a:srgbClr val="E6F5FF"/>
                </a:solidFill>
                <a:latin typeface="Arial"/>
                <a:cs typeface="Arial"/>
              </a:rPr>
              <a:t>Healthcare</a:t>
            </a:r>
            <a:r>
              <a:rPr sz="1150" spc="10" dirty="0">
                <a:solidFill>
                  <a:srgbClr val="E6F5FF"/>
                </a:solidFill>
                <a:latin typeface="Arial"/>
                <a:cs typeface="Arial"/>
              </a:rPr>
              <a:t> </a:t>
            </a:r>
            <a:r>
              <a:rPr sz="1150" spc="60" dirty="0">
                <a:solidFill>
                  <a:srgbClr val="E6F5FF"/>
                </a:solidFill>
                <a:latin typeface="Arial"/>
                <a:cs typeface="Arial"/>
              </a:rPr>
              <a:t>Information</a:t>
            </a:r>
            <a:r>
              <a:rPr sz="1150" spc="15" dirty="0">
                <a:solidFill>
                  <a:srgbClr val="E6F5FF"/>
                </a:solidFill>
                <a:latin typeface="Arial"/>
                <a:cs typeface="Arial"/>
              </a:rPr>
              <a:t> </a:t>
            </a:r>
            <a:r>
              <a:rPr sz="1150" dirty="0">
                <a:solidFill>
                  <a:srgbClr val="E6F5FF"/>
                </a:solidFill>
                <a:latin typeface="Arial"/>
                <a:cs typeface="Arial"/>
              </a:rPr>
              <a:t>Systems</a:t>
            </a:r>
            <a:r>
              <a:rPr sz="1150" spc="15" dirty="0">
                <a:solidFill>
                  <a:srgbClr val="E6F5FF"/>
                </a:solidFill>
                <a:latin typeface="Arial"/>
                <a:cs typeface="Arial"/>
              </a:rPr>
              <a:t> </a:t>
            </a:r>
            <a:r>
              <a:rPr sz="1150" spc="50" dirty="0">
                <a:solidFill>
                  <a:srgbClr val="E6F5FF"/>
                </a:solidFill>
                <a:latin typeface="Arial"/>
                <a:cs typeface="Arial"/>
              </a:rPr>
              <a:t>and</a:t>
            </a:r>
            <a:r>
              <a:rPr sz="1150" spc="10" dirty="0">
                <a:solidFill>
                  <a:srgbClr val="E6F5FF"/>
                </a:solidFill>
                <a:latin typeface="Arial"/>
                <a:cs typeface="Arial"/>
              </a:rPr>
              <a:t> </a:t>
            </a:r>
            <a:r>
              <a:rPr sz="1150" spc="45" dirty="0">
                <a:solidFill>
                  <a:srgbClr val="E6F5FF"/>
                </a:solidFill>
                <a:latin typeface="Arial"/>
                <a:cs typeface="Arial"/>
              </a:rPr>
              <a:t>Informatics,</a:t>
            </a:r>
            <a:r>
              <a:rPr sz="1150" spc="15" dirty="0">
                <a:solidFill>
                  <a:srgbClr val="E6F5FF"/>
                </a:solidFill>
                <a:latin typeface="Arial"/>
                <a:cs typeface="Arial"/>
              </a:rPr>
              <a:t> </a:t>
            </a:r>
            <a:r>
              <a:rPr sz="1150" spc="50" dirty="0">
                <a:solidFill>
                  <a:srgbClr val="E6F5FF"/>
                </a:solidFill>
                <a:latin typeface="Arial"/>
                <a:cs typeface="Arial"/>
              </a:rPr>
              <a:t>vol.</a:t>
            </a:r>
            <a:r>
              <a:rPr sz="1150" spc="15" dirty="0">
                <a:solidFill>
                  <a:srgbClr val="E6F5FF"/>
                </a:solidFill>
                <a:latin typeface="Arial"/>
                <a:cs typeface="Arial"/>
              </a:rPr>
              <a:t> </a:t>
            </a:r>
            <a:r>
              <a:rPr sz="1150" spc="-10" dirty="0">
                <a:solidFill>
                  <a:srgbClr val="E6F5FF"/>
                </a:solidFill>
                <a:latin typeface="Arial"/>
                <a:cs typeface="Arial"/>
              </a:rPr>
              <a:t>15,</a:t>
            </a:r>
            <a:r>
              <a:rPr sz="1150" spc="10" dirty="0">
                <a:solidFill>
                  <a:srgbClr val="E6F5FF"/>
                </a:solidFill>
                <a:latin typeface="Arial"/>
                <a:cs typeface="Arial"/>
              </a:rPr>
              <a:t> </a:t>
            </a:r>
            <a:r>
              <a:rPr sz="1150" dirty="0">
                <a:solidFill>
                  <a:srgbClr val="E6F5FF"/>
                </a:solidFill>
                <a:latin typeface="Arial"/>
                <a:cs typeface="Arial"/>
              </a:rPr>
              <a:t>no.</a:t>
            </a:r>
            <a:r>
              <a:rPr sz="1150" spc="15" dirty="0">
                <a:solidFill>
                  <a:srgbClr val="E6F5FF"/>
                </a:solidFill>
                <a:latin typeface="Arial"/>
                <a:cs typeface="Arial"/>
              </a:rPr>
              <a:t> </a:t>
            </a:r>
            <a:r>
              <a:rPr sz="1150" dirty="0">
                <a:solidFill>
                  <a:srgbClr val="E6F5FF"/>
                </a:solidFill>
                <a:latin typeface="Arial"/>
                <a:cs typeface="Arial"/>
              </a:rPr>
              <a:t>3,</a:t>
            </a:r>
            <a:r>
              <a:rPr sz="1150" spc="15" dirty="0">
                <a:solidFill>
                  <a:srgbClr val="E6F5FF"/>
                </a:solidFill>
                <a:latin typeface="Arial"/>
                <a:cs typeface="Arial"/>
              </a:rPr>
              <a:t> </a:t>
            </a:r>
            <a:r>
              <a:rPr sz="1150" dirty="0">
                <a:solidFill>
                  <a:srgbClr val="E6F5FF"/>
                </a:solidFill>
                <a:latin typeface="Arial"/>
                <a:cs typeface="Arial"/>
              </a:rPr>
              <a:t>pp.</a:t>
            </a:r>
            <a:r>
              <a:rPr sz="1150" spc="10" dirty="0">
                <a:solidFill>
                  <a:srgbClr val="E6F5FF"/>
                </a:solidFill>
                <a:latin typeface="Arial"/>
                <a:cs typeface="Arial"/>
              </a:rPr>
              <a:t> </a:t>
            </a:r>
            <a:r>
              <a:rPr sz="1150" spc="-100" dirty="0">
                <a:solidFill>
                  <a:srgbClr val="E6F5FF"/>
                </a:solidFill>
                <a:latin typeface="Arial"/>
                <a:cs typeface="Arial"/>
              </a:rPr>
              <a:t>1–</a:t>
            </a:r>
            <a:r>
              <a:rPr sz="1150" spc="-10" dirty="0">
                <a:solidFill>
                  <a:srgbClr val="E6F5FF"/>
                </a:solidFill>
                <a:latin typeface="Arial"/>
                <a:cs typeface="Arial"/>
              </a:rPr>
              <a:t>15,</a:t>
            </a:r>
            <a:r>
              <a:rPr sz="1150" spc="15" dirty="0">
                <a:solidFill>
                  <a:srgbClr val="E6F5FF"/>
                </a:solidFill>
                <a:latin typeface="Arial"/>
                <a:cs typeface="Arial"/>
              </a:rPr>
              <a:t> </a:t>
            </a:r>
            <a:r>
              <a:rPr sz="1150" spc="-20" dirty="0">
                <a:solidFill>
                  <a:srgbClr val="E6F5FF"/>
                </a:solidFill>
                <a:latin typeface="Arial"/>
                <a:cs typeface="Arial"/>
              </a:rPr>
              <a:t>2020.</a:t>
            </a:r>
            <a:endParaRPr sz="1150">
              <a:latin typeface="Arial"/>
              <a:cs typeface="Arial"/>
            </a:endParaRPr>
          </a:p>
          <a:p>
            <a:pPr>
              <a:lnSpc>
                <a:spcPct val="100000"/>
              </a:lnSpc>
              <a:spcBef>
                <a:spcPts val="409"/>
              </a:spcBef>
              <a:buAutoNum type="arabicPlain"/>
            </a:pPr>
            <a:endParaRPr sz="1150">
              <a:latin typeface="Arial"/>
              <a:cs typeface="Arial"/>
            </a:endParaRPr>
          </a:p>
          <a:p>
            <a:pPr marL="240665" indent="-227965">
              <a:lnSpc>
                <a:spcPct val="100000"/>
              </a:lnSpc>
              <a:buAutoNum type="arabicPlain"/>
              <a:tabLst>
                <a:tab pos="240665" algn="l"/>
              </a:tabLst>
            </a:pPr>
            <a:r>
              <a:rPr sz="1150" dirty="0">
                <a:solidFill>
                  <a:srgbClr val="E6F5FF"/>
                </a:solidFill>
                <a:latin typeface="Arial"/>
                <a:cs typeface="Arial"/>
              </a:rPr>
              <a:t>J.</a:t>
            </a:r>
            <a:r>
              <a:rPr sz="1150" spc="40" dirty="0">
                <a:solidFill>
                  <a:srgbClr val="E6F5FF"/>
                </a:solidFill>
                <a:latin typeface="Arial"/>
                <a:cs typeface="Arial"/>
              </a:rPr>
              <a:t> </a:t>
            </a:r>
            <a:r>
              <a:rPr sz="1150" spc="-50" dirty="0">
                <a:solidFill>
                  <a:srgbClr val="E6F5FF"/>
                </a:solidFill>
                <a:latin typeface="Arial"/>
                <a:cs typeface="Arial"/>
              </a:rPr>
              <a:t>G.</a:t>
            </a:r>
            <a:r>
              <a:rPr sz="1150" spc="45" dirty="0">
                <a:solidFill>
                  <a:srgbClr val="E6F5FF"/>
                </a:solidFill>
                <a:latin typeface="Arial"/>
                <a:cs typeface="Arial"/>
              </a:rPr>
              <a:t> </a:t>
            </a:r>
            <a:r>
              <a:rPr sz="1150" dirty="0">
                <a:solidFill>
                  <a:srgbClr val="E6F5FF"/>
                </a:solidFill>
                <a:latin typeface="Arial"/>
                <a:cs typeface="Arial"/>
              </a:rPr>
              <a:t>Mantas</a:t>
            </a:r>
            <a:r>
              <a:rPr sz="1150" spc="45" dirty="0">
                <a:solidFill>
                  <a:srgbClr val="E6F5FF"/>
                </a:solidFill>
                <a:latin typeface="Arial"/>
                <a:cs typeface="Arial"/>
              </a:rPr>
              <a:t> </a:t>
            </a:r>
            <a:r>
              <a:rPr sz="1150" spc="50" dirty="0">
                <a:solidFill>
                  <a:srgbClr val="E6F5FF"/>
                </a:solidFill>
                <a:latin typeface="Arial"/>
                <a:cs typeface="Arial"/>
              </a:rPr>
              <a:t>and</a:t>
            </a:r>
            <a:r>
              <a:rPr sz="1150" spc="45" dirty="0">
                <a:solidFill>
                  <a:srgbClr val="E6F5FF"/>
                </a:solidFill>
                <a:latin typeface="Arial"/>
                <a:cs typeface="Arial"/>
              </a:rPr>
              <a:t> </a:t>
            </a:r>
            <a:r>
              <a:rPr sz="1150" dirty="0">
                <a:solidFill>
                  <a:srgbClr val="E6F5FF"/>
                </a:solidFill>
                <a:latin typeface="Arial"/>
                <a:cs typeface="Arial"/>
              </a:rPr>
              <a:t>A.</a:t>
            </a:r>
            <a:r>
              <a:rPr sz="1150" spc="45" dirty="0">
                <a:solidFill>
                  <a:srgbClr val="E6F5FF"/>
                </a:solidFill>
                <a:latin typeface="Arial"/>
                <a:cs typeface="Arial"/>
              </a:rPr>
              <a:t> </a:t>
            </a:r>
            <a:r>
              <a:rPr sz="1150" dirty="0">
                <a:solidFill>
                  <a:srgbClr val="E6F5FF"/>
                </a:solidFill>
                <a:latin typeface="Arial"/>
                <a:cs typeface="Arial"/>
              </a:rPr>
              <a:t>Hasman,</a:t>
            </a:r>
            <a:r>
              <a:rPr sz="1150" spc="45" dirty="0">
                <a:solidFill>
                  <a:srgbClr val="E6F5FF"/>
                </a:solidFill>
                <a:latin typeface="Arial"/>
                <a:cs typeface="Arial"/>
              </a:rPr>
              <a:t> </a:t>
            </a:r>
            <a:r>
              <a:rPr sz="1150" spc="50" dirty="0">
                <a:solidFill>
                  <a:srgbClr val="E6F5FF"/>
                </a:solidFill>
                <a:latin typeface="Arial"/>
                <a:cs typeface="Arial"/>
              </a:rPr>
              <a:t>Health</a:t>
            </a:r>
            <a:r>
              <a:rPr sz="1150" spc="45" dirty="0">
                <a:solidFill>
                  <a:srgbClr val="E6F5FF"/>
                </a:solidFill>
                <a:latin typeface="Arial"/>
                <a:cs typeface="Arial"/>
              </a:rPr>
              <a:t> Informatics: </a:t>
            </a:r>
            <a:r>
              <a:rPr sz="1150" dirty="0">
                <a:solidFill>
                  <a:srgbClr val="E6F5FF"/>
                </a:solidFill>
                <a:latin typeface="Arial"/>
                <a:cs typeface="Arial"/>
              </a:rPr>
              <a:t>An</a:t>
            </a:r>
            <a:r>
              <a:rPr sz="1150" spc="45" dirty="0">
                <a:solidFill>
                  <a:srgbClr val="E6F5FF"/>
                </a:solidFill>
                <a:latin typeface="Arial"/>
                <a:cs typeface="Arial"/>
              </a:rPr>
              <a:t> </a:t>
            </a:r>
            <a:r>
              <a:rPr sz="1150" dirty="0">
                <a:solidFill>
                  <a:srgbClr val="E6F5FF"/>
                </a:solidFill>
                <a:latin typeface="Arial"/>
                <a:cs typeface="Arial"/>
              </a:rPr>
              <a:t>Overview.</a:t>
            </a:r>
            <a:r>
              <a:rPr sz="1150" spc="45" dirty="0">
                <a:solidFill>
                  <a:srgbClr val="E6F5FF"/>
                </a:solidFill>
                <a:latin typeface="Arial"/>
                <a:cs typeface="Arial"/>
              </a:rPr>
              <a:t> </a:t>
            </a:r>
            <a:r>
              <a:rPr sz="1150" dirty="0">
                <a:solidFill>
                  <a:srgbClr val="E6F5FF"/>
                </a:solidFill>
                <a:latin typeface="Arial"/>
                <a:cs typeface="Arial"/>
              </a:rPr>
              <a:t>Amsterdam,</a:t>
            </a:r>
            <a:r>
              <a:rPr sz="1150" spc="45" dirty="0">
                <a:solidFill>
                  <a:srgbClr val="E6F5FF"/>
                </a:solidFill>
                <a:latin typeface="Arial"/>
                <a:cs typeface="Arial"/>
              </a:rPr>
              <a:t> Netherlands: </a:t>
            </a:r>
            <a:r>
              <a:rPr sz="1150" spc="-20" dirty="0">
                <a:solidFill>
                  <a:srgbClr val="E6F5FF"/>
                </a:solidFill>
                <a:latin typeface="Arial"/>
                <a:cs typeface="Arial"/>
              </a:rPr>
              <a:t>IOS</a:t>
            </a:r>
            <a:r>
              <a:rPr sz="1150" spc="45" dirty="0">
                <a:solidFill>
                  <a:srgbClr val="E6F5FF"/>
                </a:solidFill>
                <a:latin typeface="Arial"/>
                <a:cs typeface="Arial"/>
              </a:rPr>
              <a:t> </a:t>
            </a:r>
            <a:r>
              <a:rPr sz="1150" dirty="0">
                <a:solidFill>
                  <a:srgbClr val="E6F5FF"/>
                </a:solidFill>
                <a:latin typeface="Arial"/>
                <a:cs typeface="Arial"/>
              </a:rPr>
              <a:t>Press,</a:t>
            </a:r>
            <a:r>
              <a:rPr sz="1150" spc="45" dirty="0">
                <a:solidFill>
                  <a:srgbClr val="E6F5FF"/>
                </a:solidFill>
                <a:latin typeface="Arial"/>
                <a:cs typeface="Arial"/>
              </a:rPr>
              <a:t> </a:t>
            </a:r>
            <a:r>
              <a:rPr sz="1150" spc="-10" dirty="0">
                <a:solidFill>
                  <a:srgbClr val="E6F5FF"/>
                </a:solidFill>
                <a:latin typeface="Arial"/>
                <a:cs typeface="Arial"/>
              </a:rPr>
              <a:t>2017.</a:t>
            </a:r>
            <a:endParaRPr sz="1150">
              <a:latin typeface="Arial"/>
              <a:cs typeface="Arial"/>
            </a:endParaRPr>
          </a:p>
          <a:p>
            <a:pPr>
              <a:lnSpc>
                <a:spcPct val="100000"/>
              </a:lnSpc>
              <a:spcBef>
                <a:spcPts val="409"/>
              </a:spcBef>
              <a:buAutoNum type="arabicPlain"/>
            </a:pPr>
            <a:endParaRPr sz="1150">
              <a:latin typeface="Arial"/>
              <a:cs typeface="Arial"/>
            </a:endParaRPr>
          </a:p>
          <a:p>
            <a:pPr marL="323215" indent="-310515">
              <a:lnSpc>
                <a:spcPct val="100000"/>
              </a:lnSpc>
              <a:spcBef>
                <a:spcPts val="5"/>
              </a:spcBef>
              <a:buAutoNum type="arabicPlain"/>
              <a:tabLst>
                <a:tab pos="323215" algn="l"/>
              </a:tabLst>
            </a:pPr>
            <a:r>
              <a:rPr sz="1150" dirty="0">
                <a:solidFill>
                  <a:srgbClr val="E6F5FF"/>
                </a:solidFill>
                <a:latin typeface="Arial"/>
                <a:cs typeface="Arial"/>
              </a:rPr>
              <a:t>A.</a:t>
            </a:r>
            <a:r>
              <a:rPr sz="1150" spc="30" dirty="0">
                <a:solidFill>
                  <a:srgbClr val="E6F5FF"/>
                </a:solidFill>
                <a:latin typeface="Arial"/>
                <a:cs typeface="Arial"/>
              </a:rPr>
              <a:t> </a:t>
            </a:r>
            <a:r>
              <a:rPr sz="1150" spc="-10" dirty="0">
                <a:solidFill>
                  <a:srgbClr val="E6F5FF"/>
                </a:solidFill>
                <a:latin typeface="Arial"/>
                <a:cs typeface="Arial"/>
              </a:rPr>
              <a:t>K.</a:t>
            </a:r>
            <a:r>
              <a:rPr sz="1150" spc="30" dirty="0">
                <a:solidFill>
                  <a:srgbClr val="E6F5FF"/>
                </a:solidFill>
                <a:latin typeface="Arial"/>
                <a:cs typeface="Arial"/>
              </a:rPr>
              <a:t> </a:t>
            </a:r>
            <a:r>
              <a:rPr sz="1150" dirty="0">
                <a:solidFill>
                  <a:srgbClr val="E6F5FF"/>
                </a:solidFill>
                <a:latin typeface="Arial"/>
                <a:cs typeface="Arial"/>
              </a:rPr>
              <a:t>Jha,</a:t>
            </a:r>
            <a:r>
              <a:rPr sz="1150" spc="30" dirty="0">
                <a:solidFill>
                  <a:srgbClr val="E6F5FF"/>
                </a:solidFill>
                <a:latin typeface="Arial"/>
                <a:cs typeface="Arial"/>
              </a:rPr>
              <a:t> </a:t>
            </a:r>
            <a:r>
              <a:rPr sz="1150" spc="-10" dirty="0">
                <a:solidFill>
                  <a:srgbClr val="E6F5FF"/>
                </a:solidFill>
                <a:latin typeface="Arial"/>
                <a:cs typeface="Arial"/>
              </a:rPr>
              <a:t>D.</a:t>
            </a:r>
            <a:r>
              <a:rPr sz="1150" spc="30" dirty="0">
                <a:solidFill>
                  <a:srgbClr val="E6F5FF"/>
                </a:solidFill>
                <a:latin typeface="Arial"/>
                <a:cs typeface="Arial"/>
              </a:rPr>
              <a:t> </a:t>
            </a:r>
            <a:r>
              <a:rPr sz="1150" dirty="0">
                <a:solidFill>
                  <a:srgbClr val="E6F5FF"/>
                </a:solidFill>
                <a:latin typeface="Arial"/>
                <a:cs typeface="Arial"/>
              </a:rPr>
              <a:t>Doolan,</a:t>
            </a:r>
            <a:r>
              <a:rPr sz="1150" spc="35" dirty="0">
                <a:solidFill>
                  <a:srgbClr val="E6F5FF"/>
                </a:solidFill>
                <a:latin typeface="Arial"/>
                <a:cs typeface="Arial"/>
              </a:rPr>
              <a:t> </a:t>
            </a:r>
            <a:r>
              <a:rPr sz="1150" spc="-10" dirty="0">
                <a:solidFill>
                  <a:srgbClr val="E6F5FF"/>
                </a:solidFill>
                <a:latin typeface="Arial"/>
                <a:cs typeface="Arial"/>
              </a:rPr>
              <a:t>D.</a:t>
            </a:r>
            <a:r>
              <a:rPr sz="1150" spc="30" dirty="0">
                <a:solidFill>
                  <a:srgbClr val="E6F5FF"/>
                </a:solidFill>
                <a:latin typeface="Arial"/>
                <a:cs typeface="Arial"/>
              </a:rPr>
              <a:t> </a:t>
            </a:r>
            <a:r>
              <a:rPr sz="1150" dirty="0">
                <a:solidFill>
                  <a:srgbClr val="E6F5FF"/>
                </a:solidFill>
                <a:latin typeface="Arial"/>
                <a:cs typeface="Arial"/>
              </a:rPr>
              <a:t>Grandt,</a:t>
            </a:r>
            <a:r>
              <a:rPr sz="1150" spc="30" dirty="0">
                <a:solidFill>
                  <a:srgbClr val="E6F5FF"/>
                </a:solidFill>
                <a:latin typeface="Arial"/>
                <a:cs typeface="Arial"/>
              </a:rPr>
              <a:t> </a:t>
            </a:r>
            <a:r>
              <a:rPr sz="1150" spc="-90" dirty="0">
                <a:solidFill>
                  <a:srgbClr val="E6F5FF"/>
                </a:solidFill>
                <a:latin typeface="Arial"/>
                <a:cs typeface="Arial"/>
              </a:rPr>
              <a:t>T.</a:t>
            </a:r>
            <a:r>
              <a:rPr sz="1150" spc="30" dirty="0">
                <a:solidFill>
                  <a:srgbClr val="E6F5FF"/>
                </a:solidFill>
                <a:latin typeface="Arial"/>
                <a:cs typeface="Arial"/>
              </a:rPr>
              <a:t> </a:t>
            </a:r>
            <a:r>
              <a:rPr sz="1150" spc="50" dirty="0">
                <a:solidFill>
                  <a:srgbClr val="E6F5FF"/>
                </a:solidFill>
                <a:latin typeface="Arial"/>
                <a:cs typeface="Arial"/>
              </a:rPr>
              <a:t>Scott,</a:t>
            </a:r>
            <a:r>
              <a:rPr sz="1150" spc="30" dirty="0">
                <a:solidFill>
                  <a:srgbClr val="E6F5FF"/>
                </a:solidFill>
                <a:latin typeface="Arial"/>
                <a:cs typeface="Arial"/>
              </a:rPr>
              <a:t> </a:t>
            </a:r>
            <a:r>
              <a:rPr sz="1150" spc="50" dirty="0">
                <a:solidFill>
                  <a:srgbClr val="E6F5FF"/>
                </a:solidFill>
                <a:latin typeface="Arial"/>
                <a:cs typeface="Arial"/>
              </a:rPr>
              <a:t>and</a:t>
            </a:r>
            <a:r>
              <a:rPr sz="1150" spc="30" dirty="0">
                <a:solidFill>
                  <a:srgbClr val="E6F5FF"/>
                </a:solidFill>
                <a:latin typeface="Arial"/>
                <a:cs typeface="Arial"/>
              </a:rPr>
              <a:t> </a:t>
            </a:r>
            <a:r>
              <a:rPr sz="1150" spc="-10" dirty="0">
                <a:solidFill>
                  <a:srgbClr val="E6F5FF"/>
                </a:solidFill>
                <a:latin typeface="Arial"/>
                <a:cs typeface="Arial"/>
              </a:rPr>
              <a:t>D.</a:t>
            </a:r>
            <a:r>
              <a:rPr sz="1150" spc="35" dirty="0">
                <a:solidFill>
                  <a:srgbClr val="E6F5FF"/>
                </a:solidFill>
                <a:latin typeface="Arial"/>
                <a:cs typeface="Arial"/>
              </a:rPr>
              <a:t> </a:t>
            </a:r>
            <a:r>
              <a:rPr sz="1150" spc="-50" dirty="0">
                <a:solidFill>
                  <a:srgbClr val="E6F5FF"/>
                </a:solidFill>
                <a:latin typeface="Arial"/>
                <a:cs typeface="Arial"/>
              </a:rPr>
              <a:t>W.</a:t>
            </a:r>
            <a:r>
              <a:rPr sz="1150" spc="30" dirty="0">
                <a:solidFill>
                  <a:srgbClr val="E6F5FF"/>
                </a:solidFill>
                <a:latin typeface="Arial"/>
                <a:cs typeface="Arial"/>
              </a:rPr>
              <a:t> </a:t>
            </a:r>
            <a:r>
              <a:rPr sz="1150" dirty="0">
                <a:solidFill>
                  <a:srgbClr val="E6F5FF"/>
                </a:solidFill>
                <a:latin typeface="Arial"/>
                <a:cs typeface="Arial"/>
              </a:rPr>
              <a:t>Bates,</a:t>
            </a:r>
            <a:r>
              <a:rPr sz="1150" spc="30" dirty="0">
                <a:solidFill>
                  <a:srgbClr val="E6F5FF"/>
                </a:solidFill>
                <a:latin typeface="Arial"/>
                <a:cs typeface="Arial"/>
              </a:rPr>
              <a:t> </a:t>
            </a:r>
            <a:r>
              <a:rPr sz="1150" dirty="0">
                <a:solidFill>
                  <a:srgbClr val="E6F5FF"/>
                </a:solidFill>
                <a:latin typeface="Arial"/>
                <a:cs typeface="Arial"/>
              </a:rPr>
              <a:t>“The</a:t>
            </a:r>
            <a:r>
              <a:rPr sz="1150" spc="30" dirty="0">
                <a:solidFill>
                  <a:srgbClr val="E6F5FF"/>
                </a:solidFill>
                <a:latin typeface="Arial"/>
                <a:cs typeface="Arial"/>
              </a:rPr>
              <a:t> </a:t>
            </a:r>
            <a:r>
              <a:rPr sz="1150" dirty="0">
                <a:solidFill>
                  <a:srgbClr val="E6F5FF"/>
                </a:solidFill>
                <a:latin typeface="Arial"/>
                <a:cs typeface="Arial"/>
              </a:rPr>
              <a:t>Use</a:t>
            </a:r>
            <a:r>
              <a:rPr sz="1150" spc="30" dirty="0">
                <a:solidFill>
                  <a:srgbClr val="E6F5FF"/>
                </a:solidFill>
                <a:latin typeface="Arial"/>
                <a:cs typeface="Arial"/>
              </a:rPr>
              <a:t> </a:t>
            </a:r>
            <a:r>
              <a:rPr sz="1150" spc="85" dirty="0">
                <a:solidFill>
                  <a:srgbClr val="E6F5FF"/>
                </a:solidFill>
                <a:latin typeface="Arial"/>
                <a:cs typeface="Arial"/>
              </a:rPr>
              <a:t>of</a:t>
            </a:r>
            <a:r>
              <a:rPr sz="1150" spc="35" dirty="0">
                <a:solidFill>
                  <a:srgbClr val="E6F5FF"/>
                </a:solidFill>
                <a:latin typeface="Arial"/>
                <a:cs typeface="Arial"/>
              </a:rPr>
              <a:t> </a:t>
            </a:r>
            <a:r>
              <a:rPr sz="1150" spc="50" dirty="0">
                <a:solidFill>
                  <a:srgbClr val="E6F5FF"/>
                </a:solidFill>
                <a:latin typeface="Arial"/>
                <a:cs typeface="Arial"/>
              </a:rPr>
              <a:t>Health</a:t>
            </a:r>
            <a:r>
              <a:rPr sz="1150" spc="30" dirty="0">
                <a:solidFill>
                  <a:srgbClr val="E6F5FF"/>
                </a:solidFill>
                <a:latin typeface="Arial"/>
                <a:cs typeface="Arial"/>
              </a:rPr>
              <a:t> </a:t>
            </a:r>
            <a:r>
              <a:rPr sz="1150" spc="60" dirty="0">
                <a:solidFill>
                  <a:srgbClr val="E6F5FF"/>
                </a:solidFill>
                <a:latin typeface="Arial"/>
                <a:cs typeface="Arial"/>
              </a:rPr>
              <a:t>Information</a:t>
            </a:r>
            <a:r>
              <a:rPr sz="1150" spc="30" dirty="0">
                <a:solidFill>
                  <a:srgbClr val="E6F5FF"/>
                </a:solidFill>
                <a:latin typeface="Arial"/>
                <a:cs typeface="Arial"/>
              </a:rPr>
              <a:t> </a:t>
            </a:r>
            <a:r>
              <a:rPr sz="1150" dirty="0">
                <a:solidFill>
                  <a:srgbClr val="E6F5FF"/>
                </a:solidFill>
                <a:latin typeface="Arial"/>
                <a:cs typeface="Arial"/>
              </a:rPr>
              <a:t>Technology</a:t>
            </a:r>
            <a:r>
              <a:rPr sz="1150" spc="30" dirty="0">
                <a:solidFill>
                  <a:srgbClr val="E6F5FF"/>
                </a:solidFill>
                <a:latin typeface="Arial"/>
                <a:cs typeface="Arial"/>
              </a:rPr>
              <a:t> </a:t>
            </a:r>
            <a:r>
              <a:rPr sz="1150" spc="60" dirty="0">
                <a:solidFill>
                  <a:srgbClr val="E6F5FF"/>
                </a:solidFill>
                <a:latin typeface="Arial"/>
                <a:cs typeface="Arial"/>
              </a:rPr>
              <a:t>in</a:t>
            </a:r>
            <a:r>
              <a:rPr sz="1150" spc="30" dirty="0">
                <a:solidFill>
                  <a:srgbClr val="E6F5FF"/>
                </a:solidFill>
                <a:latin typeface="Arial"/>
                <a:cs typeface="Arial"/>
              </a:rPr>
              <a:t> </a:t>
            </a:r>
            <a:r>
              <a:rPr sz="1150" dirty="0">
                <a:solidFill>
                  <a:srgbClr val="E6F5FF"/>
                </a:solidFill>
                <a:latin typeface="Arial"/>
                <a:cs typeface="Arial"/>
              </a:rPr>
              <a:t>Seven</a:t>
            </a:r>
            <a:r>
              <a:rPr sz="1150" spc="35" dirty="0">
                <a:solidFill>
                  <a:srgbClr val="E6F5FF"/>
                </a:solidFill>
                <a:latin typeface="Arial"/>
                <a:cs typeface="Arial"/>
              </a:rPr>
              <a:t> </a:t>
            </a:r>
            <a:r>
              <a:rPr sz="1150" dirty="0">
                <a:solidFill>
                  <a:srgbClr val="E6F5FF"/>
                </a:solidFill>
                <a:latin typeface="Arial"/>
                <a:cs typeface="Arial"/>
              </a:rPr>
              <a:t>Nations,”</a:t>
            </a:r>
            <a:r>
              <a:rPr sz="1150" spc="30" dirty="0">
                <a:solidFill>
                  <a:srgbClr val="E6F5FF"/>
                </a:solidFill>
                <a:latin typeface="Arial"/>
                <a:cs typeface="Arial"/>
              </a:rPr>
              <a:t> </a:t>
            </a:r>
            <a:r>
              <a:rPr sz="1150" spc="55" dirty="0">
                <a:solidFill>
                  <a:srgbClr val="E6F5FF"/>
                </a:solidFill>
                <a:latin typeface="Arial"/>
                <a:cs typeface="Arial"/>
              </a:rPr>
              <a:t>International</a:t>
            </a:r>
            <a:r>
              <a:rPr sz="1150" spc="30" dirty="0">
                <a:solidFill>
                  <a:srgbClr val="E6F5FF"/>
                </a:solidFill>
                <a:latin typeface="Arial"/>
                <a:cs typeface="Arial"/>
              </a:rPr>
              <a:t> </a:t>
            </a:r>
            <a:r>
              <a:rPr sz="1150" spc="55" dirty="0">
                <a:solidFill>
                  <a:srgbClr val="E6F5FF"/>
                </a:solidFill>
                <a:latin typeface="Arial"/>
                <a:cs typeface="Arial"/>
              </a:rPr>
              <a:t>Journal</a:t>
            </a:r>
            <a:r>
              <a:rPr sz="1150" spc="30" dirty="0">
                <a:solidFill>
                  <a:srgbClr val="E6F5FF"/>
                </a:solidFill>
                <a:latin typeface="Arial"/>
                <a:cs typeface="Arial"/>
              </a:rPr>
              <a:t> </a:t>
            </a:r>
            <a:r>
              <a:rPr sz="1150" spc="85" dirty="0">
                <a:solidFill>
                  <a:srgbClr val="E6F5FF"/>
                </a:solidFill>
                <a:latin typeface="Arial"/>
                <a:cs typeface="Arial"/>
              </a:rPr>
              <a:t>of</a:t>
            </a:r>
            <a:r>
              <a:rPr sz="1150" spc="30" dirty="0">
                <a:solidFill>
                  <a:srgbClr val="E6F5FF"/>
                </a:solidFill>
                <a:latin typeface="Arial"/>
                <a:cs typeface="Arial"/>
              </a:rPr>
              <a:t> </a:t>
            </a:r>
            <a:r>
              <a:rPr sz="1150" spc="45" dirty="0">
                <a:solidFill>
                  <a:srgbClr val="E6F5FF"/>
                </a:solidFill>
                <a:latin typeface="Arial"/>
                <a:cs typeface="Arial"/>
              </a:rPr>
              <a:t>Medical</a:t>
            </a:r>
            <a:r>
              <a:rPr sz="1150" spc="35" dirty="0">
                <a:solidFill>
                  <a:srgbClr val="E6F5FF"/>
                </a:solidFill>
                <a:latin typeface="Arial"/>
                <a:cs typeface="Arial"/>
              </a:rPr>
              <a:t> </a:t>
            </a:r>
            <a:r>
              <a:rPr sz="1150" spc="45" dirty="0">
                <a:solidFill>
                  <a:srgbClr val="E6F5FF"/>
                </a:solidFill>
                <a:latin typeface="Arial"/>
                <a:cs typeface="Arial"/>
              </a:rPr>
              <a:t>Informatics,</a:t>
            </a:r>
            <a:r>
              <a:rPr sz="1150" spc="30" dirty="0">
                <a:solidFill>
                  <a:srgbClr val="E6F5FF"/>
                </a:solidFill>
                <a:latin typeface="Arial"/>
                <a:cs typeface="Arial"/>
              </a:rPr>
              <a:t> </a:t>
            </a:r>
            <a:r>
              <a:rPr sz="1150" spc="50" dirty="0">
                <a:solidFill>
                  <a:srgbClr val="E6F5FF"/>
                </a:solidFill>
                <a:latin typeface="Arial"/>
                <a:cs typeface="Arial"/>
              </a:rPr>
              <a:t>vol.</a:t>
            </a:r>
            <a:r>
              <a:rPr sz="1150" spc="30" dirty="0">
                <a:solidFill>
                  <a:srgbClr val="E6F5FF"/>
                </a:solidFill>
                <a:latin typeface="Arial"/>
                <a:cs typeface="Arial"/>
              </a:rPr>
              <a:t> </a:t>
            </a:r>
            <a:r>
              <a:rPr sz="1150" spc="-110" dirty="0">
                <a:solidFill>
                  <a:srgbClr val="E6F5FF"/>
                </a:solidFill>
                <a:latin typeface="Arial"/>
                <a:cs typeface="Arial"/>
              </a:rPr>
              <a:t>77,</a:t>
            </a:r>
            <a:r>
              <a:rPr sz="1150" spc="30" dirty="0">
                <a:solidFill>
                  <a:srgbClr val="E6F5FF"/>
                </a:solidFill>
                <a:latin typeface="Arial"/>
                <a:cs typeface="Arial"/>
              </a:rPr>
              <a:t> </a:t>
            </a:r>
            <a:r>
              <a:rPr sz="1150" dirty="0">
                <a:solidFill>
                  <a:srgbClr val="E6F5FF"/>
                </a:solidFill>
                <a:latin typeface="Arial"/>
                <a:cs typeface="Arial"/>
              </a:rPr>
              <a:t>no.</a:t>
            </a:r>
            <a:r>
              <a:rPr sz="1150" spc="30" dirty="0">
                <a:solidFill>
                  <a:srgbClr val="E6F5FF"/>
                </a:solidFill>
                <a:latin typeface="Arial"/>
                <a:cs typeface="Arial"/>
              </a:rPr>
              <a:t> </a:t>
            </a:r>
            <a:r>
              <a:rPr sz="1150" spc="-20" dirty="0">
                <a:solidFill>
                  <a:srgbClr val="E6F5FF"/>
                </a:solidFill>
                <a:latin typeface="Arial"/>
                <a:cs typeface="Arial"/>
              </a:rPr>
              <a:t>12,</a:t>
            </a:r>
            <a:r>
              <a:rPr sz="1150" spc="35" dirty="0">
                <a:solidFill>
                  <a:srgbClr val="E6F5FF"/>
                </a:solidFill>
                <a:latin typeface="Arial"/>
                <a:cs typeface="Arial"/>
              </a:rPr>
              <a:t> </a:t>
            </a:r>
            <a:r>
              <a:rPr sz="1150" dirty="0">
                <a:solidFill>
                  <a:srgbClr val="E6F5FF"/>
                </a:solidFill>
                <a:latin typeface="Arial"/>
                <a:cs typeface="Arial"/>
              </a:rPr>
              <a:t>pp.</a:t>
            </a:r>
            <a:r>
              <a:rPr sz="1150" spc="30" dirty="0">
                <a:solidFill>
                  <a:srgbClr val="E6F5FF"/>
                </a:solidFill>
                <a:latin typeface="Arial"/>
                <a:cs typeface="Arial"/>
              </a:rPr>
              <a:t> </a:t>
            </a:r>
            <a:r>
              <a:rPr sz="1150" dirty="0">
                <a:solidFill>
                  <a:srgbClr val="E6F5FF"/>
                </a:solidFill>
                <a:latin typeface="Arial"/>
                <a:cs typeface="Arial"/>
              </a:rPr>
              <a:t>848–854,</a:t>
            </a:r>
            <a:r>
              <a:rPr sz="1150" spc="30" dirty="0">
                <a:solidFill>
                  <a:srgbClr val="E6F5FF"/>
                </a:solidFill>
                <a:latin typeface="Arial"/>
                <a:cs typeface="Arial"/>
              </a:rPr>
              <a:t> </a:t>
            </a:r>
            <a:r>
              <a:rPr sz="1150" spc="40" dirty="0">
                <a:solidFill>
                  <a:srgbClr val="E6F5FF"/>
                </a:solidFill>
                <a:latin typeface="Arial"/>
                <a:cs typeface="Arial"/>
              </a:rPr>
              <a:t>2008.</a:t>
            </a:r>
            <a:endParaRPr sz="1150">
              <a:latin typeface="Arial"/>
              <a:cs typeface="Arial"/>
            </a:endParaRPr>
          </a:p>
          <a:p>
            <a:pPr>
              <a:lnSpc>
                <a:spcPct val="100000"/>
              </a:lnSpc>
              <a:spcBef>
                <a:spcPts val="229"/>
              </a:spcBef>
              <a:buAutoNum type="arabicPlain"/>
            </a:pPr>
            <a:endParaRPr sz="1150">
              <a:latin typeface="Arial"/>
              <a:cs typeface="Arial"/>
            </a:endParaRPr>
          </a:p>
          <a:p>
            <a:pPr marL="12700" marR="5080" indent="288925">
              <a:lnSpc>
                <a:spcPct val="112799"/>
              </a:lnSpc>
              <a:spcBef>
                <a:spcPts val="5"/>
              </a:spcBef>
              <a:buAutoNum type="arabicPlain"/>
              <a:tabLst>
                <a:tab pos="301625" algn="l"/>
              </a:tabLst>
            </a:pPr>
            <a:r>
              <a:rPr sz="1150" spc="-55" dirty="0">
                <a:solidFill>
                  <a:srgbClr val="E6F5FF"/>
                </a:solidFill>
                <a:latin typeface="Arial"/>
                <a:cs typeface="Arial"/>
              </a:rPr>
              <a:t>S.</a:t>
            </a:r>
            <a:r>
              <a:rPr sz="1150" spc="35" dirty="0">
                <a:solidFill>
                  <a:srgbClr val="E6F5FF"/>
                </a:solidFill>
                <a:latin typeface="Arial"/>
                <a:cs typeface="Arial"/>
              </a:rPr>
              <a:t> </a:t>
            </a:r>
            <a:r>
              <a:rPr sz="1150" dirty="0">
                <a:solidFill>
                  <a:srgbClr val="E6F5FF"/>
                </a:solidFill>
                <a:latin typeface="Arial"/>
                <a:cs typeface="Arial"/>
              </a:rPr>
              <a:t>Shickel,</a:t>
            </a:r>
            <a:r>
              <a:rPr sz="1150" spc="40" dirty="0">
                <a:solidFill>
                  <a:srgbClr val="E6F5FF"/>
                </a:solidFill>
                <a:latin typeface="Arial"/>
                <a:cs typeface="Arial"/>
              </a:rPr>
              <a:t> </a:t>
            </a:r>
            <a:r>
              <a:rPr sz="1150" spc="-114" dirty="0">
                <a:solidFill>
                  <a:srgbClr val="E6F5FF"/>
                </a:solidFill>
                <a:latin typeface="Arial"/>
                <a:cs typeface="Arial"/>
              </a:rPr>
              <a:t>P.</a:t>
            </a:r>
            <a:r>
              <a:rPr sz="1150" spc="35" dirty="0">
                <a:solidFill>
                  <a:srgbClr val="E6F5FF"/>
                </a:solidFill>
                <a:latin typeface="Arial"/>
                <a:cs typeface="Arial"/>
              </a:rPr>
              <a:t> </a:t>
            </a:r>
            <a:r>
              <a:rPr sz="1150" dirty="0">
                <a:solidFill>
                  <a:srgbClr val="E6F5FF"/>
                </a:solidFill>
                <a:latin typeface="Arial"/>
                <a:cs typeface="Arial"/>
              </a:rPr>
              <a:t>J.</a:t>
            </a:r>
            <a:r>
              <a:rPr sz="1150" spc="40" dirty="0">
                <a:solidFill>
                  <a:srgbClr val="E6F5FF"/>
                </a:solidFill>
                <a:latin typeface="Arial"/>
                <a:cs typeface="Arial"/>
              </a:rPr>
              <a:t> </a:t>
            </a:r>
            <a:r>
              <a:rPr sz="1150" dirty="0">
                <a:solidFill>
                  <a:srgbClr val="E6F5FF"/>
                </a:solidFill>
                <a:latin typeface="Arial"/>
                <a:cs typeface="Arial"/>
              </a:rPr>
              <a:t>Tighe,</a:t>
            </a:r>
            <a:r>
              <a:rPr sz="1150" spc="35" dirty="0">
                <a:solidFill>
                  <a:srgbClr val="E6F5FF"/>
                </a:solidFill>
                <a:latin typeface="Arial"/>
                <a:cs typeface="Arial"/>
              </a:rPr>
              <a:t> </a:t>
            </a:r>
            <a:r>
              <a:rPr sz="1150" dirty="0">
                <a:solidFill>
                  <a:srgbClr val="E6F5FF"/>
                </a:solidFill>
                <a:latin typeface="Arial"/>
                <a:cs typeface="Arial"/>
              </a:rPr>
              <a:t>A.</a:t>
            </a:r>
            <a:r>
              <a:rPr sz="1150" spc="40" dirty="0">
                <a:solidFill>
                  <a:srgbClr val="E6F5FF"/>
                </a:solidFill>
                <a:latin typeface="Arial"/>
                <a:cs typeface="Arial"/>
              </a:rPr>
              <a:t> </a:t>
            </a:r>
            <a:r>
              <a:rPr sz="1150" dirty="0">
                <a:solidFill>
                  <a:srgbClr val="E6F5FF"/>
                </a:solidFill>
                <a:latin typeface="Arial"/>
                <a:cs typeface="Arial"/>
              </a:rPr>
              <a:t>Bihorac,</a:t>
            </a:r>
            <a:r>
              <a:rPr sz="1150" spc="35" dirty="0">
                <a:solidFill>
                  <a:srgbClr val="E6F5FF"/>
                </a:solidFill>
                <a:latin typeface="Arial"/>
                <a:cs typeface="Arial"/>
              </a:rPr>
              <a:t> </a:t>
            </a:r>
            <a:r>
              <a:rPr sz="1150" spc="50" dirty="0">
                <a:solidFill>
                  <a:srgbClr val="E6F5FF"/>
                </a:solidFill>
                <a:latin typeface="Arial"/>
                <a:cs typeface="Arial"/>
              </a:rPr>
              <a:t>and</a:t>
            </a:r>
            <a:r>
              <a:rPr sz="1150" spc="40" dirty="0">
                <a:solidFill>
                  <a:srgbClr val="E6F5FF"/>
                </a:solidFill>
                <a:latin typeface="Arial"/>
                <a:cs typeface="Arial"/>
              </a:rPr>
              <a:t> </a:t>
            </a:r>
            <a:r>
              <a:rPr sz="1150" spc="-114" dirty="0">
                <a:solidFill>
                  <a:srgbClr val="E6F5FF"/>
                </a:solidFill>
                <a:latin typeface="Arial"/>
                <a:cs typeface="Arial"/>
              </a:rPr>
              <a:t>P.</a:t>
            </a:r>
            <a:r>
              <a:rPr sz="1150" spc="35" dirty="0">
                <a:solidFill>
                  <a:srgbClr val="E6F5FF"/>
                </a:solidFill>
                <a:latin typeface="Arial"/>
                <a:cs typeface="Arial"/>
              </a:rPr>
              <a:t> </a:t>
            </a:r>
            <a:r>
              <a:rPr sz="1150" dirty="0">
                <a:solidFill>
                  <a:srgbClr val="E6F5FF"/>
                </a:solidFill>
                <a:latin typeface="Arial"/>
                <a:cs typeface="Arial"/>
              </a:rPr>
              <a:t>Rashidi,</a:t>
            </a:r>
            <a:r>
              <a:rPr sz="1150" spc="40" dirty="0">
                <a:solidFill>
                  <a:srgbClr val="E6F5FF"/>
                </a:solidFill>
                <a:latin typeface="Arial"/>
                <a:cs typeface="Arial"/>
              </a:rPr>
              <a:t> </a:t>
            </a:r>
            <a:r>
              <a:rPr sz="1150" spc="55" dirty="0">
                <a:solidFill>
                  <a:srgbClr val="E6F5FF"/>
                </a:solidFill>
                <a:latin typeface="Arial"/>
                <a:cs typeface="Arial"/>
              </a:rPr>
              <a:t>“Deep</a:t>
            </a:r>
            <a:r>
              <a:rPr sz="1150" spc="40" dirty="0">
                <a:solidFill>
                  <a:srgbClr val="E6F5FF"/>
                </a:solidFill>
                <a:latin typeface="Arial"/>
                <a:cs typeface="Arial"/>
              </a:rPr>
              <a:t> </a:t>
            </a:r>
            <a:r>
              <a:rPr sz="1150" spc="-45" dirty="0">
                <a:solidFill>
                  <a:srgbClr val="E6F5FF"/>
                </a:solidFill>
                <a:latin typeface="Arial"/>
                <a:cs typeface="Arial"/>
              </a:rPr>
              <a:t>EHR:</a:t>
            </a:r>
            <a:r>
              <a:rPr sz="1150" spc="35" dirty="0">
                <a:solidFill>
                  <a:srgbClr val="E6F5FF"/>
                </a:solidFill>
                <a:latin typeface="Arial"/>
                <a:cs typeface="Arial"/>
              </a:rPr>
              <a:t> </a:t>
            </a:r>
            <a:r>
              <a:rPr sz="1150" dirty="0">
                <a:solidFill>
                  <a:srgbClr val="E6F5FF"/>
                </a:solidFill>
                <a:latin typeface="Arial"/>
                <a:cs typeface="Arial"/>
              </a:rPr>
              <a:t>A</a:t>
            </a:r>
            <a:r>
              <a:rPr sz="1150" spc="40" dirty="0">
                <a:solidFill>
                  <a:srgbClr val="E6F5FF"/>
                </a:solidFill>
                <a:latin typeface="Arial"/>
                <a:cs typeface="Arial"/>
              </a:rPr>
              <a:t> </a:t>
            </a:r>
            <a:r>
              <a:rPr sz="1150" dirty="0">
                <a:solidFill>
                  <a:srgbClr val="E6F5FF"/>
                </a:solidFill>
                <a:latin typeface="Arial"/>
                <a:cs typeface="Arial"/>
              </a:rPr>
              <a:t>Survey</a:t>
            </a:r>
            <a:r>
              <a:rPr sz="1150" spc="35" dirty="0">
                <a:solidFill>
                  <a:srgbClr val="E6F5FF"/>
                </a:solidFill>
                <a:latin typeface="Arial"/>
                <a:cs typeface="Arial"/>
              </a:rPr>
              <a:t> </a:t>
            </a:r>
            <a:r>
              <a:rPr sz="1150" spc="85" dirty="0">
                <a:solidFill>
                  <a:srgbClr val="E6F5FF"/>
                </a:solidFill>
                <a:latin typeface="Arial"/>
                <a:cs typeface="Arial"/>
              </a:rPr>
              <a:t>of</a:t>
            </a:r>
            <a:r>
              <a:rPr sz="1150" spc="40" dirty="0">
                <a:solidFill>
                  <a:srgbClr val="E6F5FF"/>
                </a:solidFill>
                <a:latin typeface="Arial"/>
                <a:cs typeface="Arial"/>
              </a:rPr>
              <a:t> </a:t>
            </a:r>
            <a:r>
              <a:rPr sz="1150" dirty="0">
                <a:solidFill>
                  <a:srgbClr val="E6F5FF"/>
                </a:solidFill>
                <a:latin typeface="Arial"/>
                <a:cs typeface="Arial"/>
              </a:rPr>
              <a:t>Recent</a:t>
            </a:r>
            <a:r>
              <a:rPr sz="1150" spc="35" dirty="0">
                <a:solidFill>
                  <a:srgbClr val="E6F5FF"/>
                </a:solidFill>
                <a:latin typeface="Arial"/>
                <a:cs typeface="Arial"/>
              </a:rPr>
              <a:t> </a:t>
            </a:r>
            <a:r>
              <a:rPr sz="1150" dirty="0">
                <a:solidFill>
                  <a:srgbClr val="E6F5FF"/>
                </a:solidFill>
                <a:latin typeface="Arial"/>
                <a:cs typeface="Arial"/>
              </a:rPr>
              <a:t>Advances</a:t>
            </a:r>
            <a:r>
              <a:rPr sz="1150" spc="40" dirty="0">
                <a:solidFill>
                  <a:srgbClr val="E6F5FF"/>
                </a:solidFill>
                <a:latin typeface="Arial"/>
                <a:cs typeface="Arial"/>
              </a:rPr>
              <a:t> </a:t>
            </a:r>
            <a:r>
              <a:rPr sz="1150" spc="60" dirty="0">
                <a:solidFill>
                  <a:srgbClr val="E6F5FF"/>
                </a:solidFill>
                <a:latin typeface="Arial"/>
                <a:cs typeface="Arial"/>
              </a:rPr>
              <a:t>in</a:t>
            </a:r>
            <a:r>
              <a:rPr sz="1150" spc="35" dirty="0">
                <a:solidFill>
                  <a:srgbClr val="E6F5FF"/>
                </a:solidFill>
                <a:latin typeface="Arial"/>
                <a:cs typeface="Arial"/>
              </a:rPr>
              <a:t> </a:t>
            </a:r>
            <a:r>
              <a:rPr sz="1150" dirty="0">
                <a:solidFill>
                  <a:srgbClr val="E6F5FF"/>
                </a:solidFill>
                <a:latin typeface="Arial"/>
                <a:cs typeface="Arial"/>
              </a:rPr>
              <a:t>Deep</a:t>
            </a:r>
            <a:r>
              <a:rPr sz="1150" spc="40" dirty="0">
                <a:solidFill>
                  <a:srgbClr val="E6F5FF"/>
                </a:solidFill>
                <a:latin typeface="Arial"/>
                <a:cs typeface="Arial"/>
              </a:rPr>
              <a:t> </a:t>
            </a:r>
            <a:r>
              <a:rPr sz="1150" dirty="0">
                <a:solidFill>
                  <a:srgbClr val="E6F5FF"/>
                </a:solidFill>
                <a:latin typeface="Arial"/>
                <a:cs typeface="Arial"/>
              </a:rPr>
              <a:t>Learning</a:t>
            </a:r>
            <a:r>
              <a:rPr sz="1150" spc="35" dirty="0">
                <a:solidFill>
                  <a:srgbClr val="E6F5FF"/>
                </a:solidFill>
                <a:latin typeface="Arial"/>
                <a:cs typeface="Arial"/>
              </a:rPr>
              <a:t> </a:t>
            </a:r>
            <a:r>
              <a:rPr sz="1150" dirty="0">
                <a:solidFill>
                  <a:srgbClr val="E6F5FF"/>
                </a:solidFill>
                <a:latin typeface="Arial"/>
                <a:cs typeface="Arial"/>
              </a:rPr>
              <a:t>Techniques</a:t>
            </a:r>
            <a:r>
              <a:rPr sz="1150" spc="40" dirty="0">
                <a:solidFill>
                  <a:srgbClr val="E6F5FF"/>
                </a:solidFill>
                <a:latin typeface="Arial"/>
                <a:cs typeface="Arial"/>
              </a:rPr>
              <a:t> </a:t>
            </a:r>
            <a:r>
              <a:rPr sz="1150" spc="80" dirty="0">
                <a:solidFill>
                  <a:srgbClr val="E6F5FF"/>
                </a:solidFill>
                <a:latin typeface="Arial"/>
                <a:cs typeface="Arial"/>
              </a:rPr>
              <a:t>for</a:t>
            </a:r>
            <a:r>
              <a:rPr sz="1150" spc="40" dirty="0">
                <a:solidFill>
                  <a:srgbClr val="E6F5FF"/>
                </a:solidFill>
                <a:latin typeface="Arial"/>
                <a:cs typeface="Arial"/>
              </a:rPr>
              <a:t> </a:t>
            </a:r>
            <a:r>
              <a:rPr sz="1150" spc="50" dirty="0">
                <a:solidFill>
                  <a:srgbClr val="E6F5FF"/>
                </a:solidFill>
                <a:latin typeface="Arial"/>
                <a:cs typeface="Arial"/>
              </a:rPr>
              <a:t>Electronic</a:t>
            </a:r>
            <a:r>
              <a:rPr sz="1150" spc="35" dirty="0">
                <a:solidFill>
                  <a:srgbClr val="E6F5FF"/>
                </a:solidFill>
                <a:latin typeface="Arial"/>
                <a:cs typeface="Arial"/>
              </a:rPr>
              <a:t> </a:t>
            </a:r>
            <a:r>
              <a:rPr sz="1150" spc="50" dirty="0">
                <a:solidFill>
                  <a:srgbClr val="E6F5FF"/>
                </a:solidFill>
                <a:latin typeface="Arial"/>
                <a:cs typeface="Arial"/>
              </a:rPr>
              <a:t>Health</a:t>
            </a:r>
            <a:r>
              <a:rPr sz="1150" spc="40" dirty="0">
                <a:solidFill>
                  <a:srgbClr val="E6F5FF"/>
                </a:solidFill>
                <a:latin typeface="Arial"/>
                <a:cs typeface="Arial"/>
              </a:rPr>
              <a:t> </a:t>
            </a:r>
            <a:r>
              <a:rPr sz="1150" dirty="0">
                <a:solidFill>
                  <a:srgbClr val="E6F5FF"/>
                </a:solidFill>
                <a:latin typeface="Arial"/>
                <a:cs typeface="Arial"/>
              </a:rPr>
              <a:t>Record</a:t>
            </a:r>
            <a:r>
              <a:rPr sz="1150" spc="35" dirty="0">
                <a:solidFill>
                  <a:srgbClr val="E6F5FF"/>
                </a:solidFill>
                <a:latin typeface="Arial"/>
                <a:cs typeface="Arial"/>
              </a:rPr>
              <a:t> </a:t>
            </a:r>
            <a:r>
              <a:rPr sz="1150" dirty="0">
                <a:solidFill>
                  <a:srgbClr val="E6F5FF"/>
                </a:solidFill>
                <a:latin typeface="Arial"/>
                <a:cs typeface="Arial"/>
              </a:rPr>
              <a:t>Analysis,”</a:t>
            </a:r>
            <a:r>
              <a:rPr sz="1150" spc="40" dirty="0">
                <a:solidFill>
                  <a:srgbClr val="E6F5FF"/>
                </a:solidFill>
                <a:latin typeface="Arial"/>
                <a:cs typeface="Arial"/>
              </a:rPr>
              <a:t> </a:t>
            </a:r>
            <a:r>
              <a:rPr sz="1150" spc="-65" dirty="0">
                <a:solidFill>
                  <a:srgbClr val="E6F5FF"/>
                </a:solidFill>
                <a:latin typeface="Arial"/>
                <a:cs typeface="Arial"/>
              </a:rPr>
              <a:t>IEEE</a:t>
            </a:r>
            <a:r>
              <a:rPr sz="1150" spc="35" dirty="0">
                <a:solidFill>
                  <a:srgbClr val="E6F5FF"/>
                </a:solidFill>
                <a:latin typeface="Arial"/>
                <a:cs typeface="Arial"/>
              </a:rPr>
              <a:t> </a:t>
            </a:r>
            <a:r>
              <a:rPr sz="1150" spc="55" dirty="0">
                <a:solidFill>
                  <a:srgbClr val="E6F5FF"/>
                </a:solidFill>
                <a:latin typeface="Arial"/>
                <a:cs typeface="Arial"/>
              </a:rPr>
              <a:t>Journal</a:t>
            </a:r>
            <a:r>
              <a:rPr sz="1150" spc="40" dirty="0">
                <a:solidFill>
                  <a:srgbClr val="E6F5FF"/>
                </a:solidFill>
                <a:latin typeface="Arial"/>
                <a:cs typeface="Arial"/>
              </a:rPr>
              <a:t> </a:t>
            </a:r>
            <a:r>
              <a:rPr sz="1150" spc="85" dirty="0">
                <a:solidFill>
                  <a:srgbClr val="E6F5FF"/>
                </a:solidFill>
                <a:latin typeface="Arial"/>
                <a:cs typeface="Arial"/>
              </a:rPr>
              <a:t>of</a:t>
            </a:r>
            <a:r>
              <a:rPr sz="1150" spc="35" dirty="0">
                <a:solidFill>
                  <a:srgbClr val="E6F5FF"/>
                </a:solidFill>
                <a:latin typeface="Arial"/>
                <a:cs typeface="Arial"/>
              </a:rPr>
              <a:t> </a:t>
            </a:r>
            <a:r>
              <a:rPr sz="1150" spc="45" dirty="0">
                <a:solidFill>
                  <a:srgbClr val="E6F5FF"/>
                </a:solidFill>
                <a:latin typeface="Arial"/>
                <a:cs typeface="Arial"/>
              </a:rPr>
              <a:t>Biomedical</a:t>
            </a:r>
            <a:r>
              <a:rPr sz="1150" spc="40" dirty="0">
                <a:solidFill>
                  <a:srgbClr val="E6F5FF"/>
                </a:solidFill>
                <a:latin typeface="Arial"/>
                <a:cs typeface="Arial"/>
              </a:rPr>
              <a:t> </a:t>
            </a:r>
            <a:r>
              <a:rPr sz="1150" spc="50" dirty="0">
                <a:solidFill>
                  <a:srgbClr val="E6F5FF"/>
                </a:solidFill>
                <a:latin typeface="Arial"/>
                <a:cs typeface="Arial"/>
              </a:rPr>
              <a:t>and</a:t>
            </a:r>
            <a:r>
              <a:rPr sz="1150" spc="35" dirty="0">
                <a:solidFill>
                  <a:srgbClr val="E6F5FF"/>
                </a:solidFill>
                <a:latin typeface="Arial"/>
                <a:cs typeface="Arial"/>
              </a:rPr>
              <a:t> </a:t>
            </a:r>
            <a:r>
              <a:rPr sz="1150" spc="50" dirty="0">
                <a:solidFill>
                  <a:srgbClr val="E6F5FF"/>
                </a:solidFill>
                <a:latin typeface="Arial"/>
                <a:cs typeface="Arial"/>
              </a:rPr>
              <a:t>Health</a:t>
            </a:r>
            <a:r>
              <a:rPr sz="1150" spc="40" dirty="0">
                <a:solidFill>
                  <a:srgbClr val="E6F5FF"/>
                </a:solidFill>
                <a:latin typeface="Arial"/>
                <a:cs typeface="Arial"/>
              </a:rPr>
              <a:t> </a:t>
            </a:r>
            <a:r>
              <a:rPr sz="1150" spc="45" dirty="0">
                <a:solidFill>
                  <a:srgbClr val="E6F5FF"/>
                </a:solidFill>
                <a:latin typeface="Arial"/>
                <a:cs typeface="Arial"/>
              </a:rPr>
              <a:t>Informatics,</a:t>
            </a:r>
            <a:r>
              <a:rPr sz="1150" spc="40" dirty="0">
                <a:solidFill>
                  <a:srgbClr val="E6F5FF"/>
                </a:solidFill>
                <a:latin typeface="Arial"/>
                <a:cs typeface="Arial"/>
              </a:rPr>
              <a:t> </a:t>
            </a:r>
            <a:r>
              <a:rPr sz="1150" spc="50" dirty="0">
                <a:solidFill>
                  <a:srgbClr val="E6F5FF"/>
                </a:solidFill>
                <a:latin typeface="Arial"/>
                <a:cs typeface="Arial"/>
              </a:rPr>
              <a:t>vol.</a:t>
            </a:r>
            <a:r>
              <a:rPr sz="1150" spc="35" dirty="0">
                <a:solidFill>
                  <a:srgbClr val="E6F5FF"/>
                </a:solidFill>
                <a:latin typeface="Arial"/>
                <a:cs typeface="Arial"/>
              </a:rPr>
              <a:t> </a:t>
            </a:r>
            <a:r>
              <a:rPr sz="1150" spc="-10" dirty="0">
                <a:solidFill>
                  <a:srgbClr val="E6F5FF"/>
                </a:solidFill>
                <a:latin typeface="Arial"/>
                <a:cs typeface="Arial"/>
              </a:rPr>
              <a:t>22,</a:t>
            </a:r>
            <a:r>
              <a:rPr sz="1150" spc="40" dirty="0">
                <a:solidFill>
                  <a:srgbClr val="E6F5FF"/>
                </a:solidFill>
                <a:latin typeface="Arial"/>
                <a:cs typeface="Arial"/>
              </a:rPr>
              <a:t> </a:t>
            </a:r>
            <a:r>
              <a:rPr sz="1150" dirty="0">
                <a:solidFill>
                  <a:srgbClr val="E6F5FF"/>
                </a:solidFill>
                <a:latin typeface="Arial"/>
                <a:cs typeface="Arial"/>
              </a:rPr>
              <a:t>no.</a:t>
            </a:r>
            <a:r>
              <a:rPr sz="1150" spc="35" dirty="0">
                <a:solidFill>
                  <a:srgbClr val="E6F5FF"/>
                </a:solidFill>
                <a:latin typeface="Arial"/>
                <a:cs typeface="Arial"/>
              </a:rPr>
              <a:t> </a:t>
            </a:r>
            <a:r>
              <a:rPr sz="1150" dirty="0">
                <a:solidFill>
                  <a:srgbClr val="E6F5FF"/>
                </a:solidFill>
                <a:latin typeface="Arial"/>
                <a:cs typeface="Arial"/>
              </a:rPr>
              <a:t>5,</a:t>
            </a:r>
            <a:r>
              <a:rPr sz="1150" spc="40" dirty="0">
                <a:solidFill>
                  <a:srgbClr val="E6F5FF"/>
                </a:solidFill>
                <a:latin typeface="Arial"/>
                <a:cs typeface="Arial"/>
              </a:rPr>
              <a:t> </a:t>
            </a:r>
            <a:r>
              <a:rPr sz="1150" spc="-25" dirty="0">
                <a:solidFill>
                  <a:srgbClr val="E6F5FF"/>
                </a:solidFill>
                <a:latin typeface="Arial"/>
                <a:cs typeface="Arial"/>
              </a:rPr>
              <a:t>pp. </a:t>
            </a:r>
            <a:r>
              <a:rPr sz="1150" dirty="0">
                <a:solidFill>
                  <a:srgbClr val="E6F5FF"/>
                </a:solidFill>
                <a:latin typeface="Arial"/>
                <a:cs typeface="Arial"/>
              </a:rPr>
              <a:t>1589–1604,</a:t>
            </a:r>
            <a:r>
              <a:rPr sz="1150" spc="220" dirty="0">
                <a:solidFill>
                  <a:srgbClr val="E6F5FF"/>
                </a:solidFill>
                <a:latin typeface="Arial"/>
                <a:cs typeface="Arial"/>
              </a:rPr>
              <a:t> </a:t>
            </a:r>
            <a:r>
              <a:rPr sz="1150" spc="-20" dirty="0">
                <a:solidFill>
                  <a:srgbClr val="E6F5FF"/>
                </a:solidFill>
                <a:latin typeface="Arial"/>
                <a:cs typeface="Arial"/>
              </a:rPr>
              <a:t>2018.</a:t>
            </a:r>
            <a:endParaRPr sz="1150">
              <a:latin typeface="Arial"/>
              <a:cs typeface="Arial"/>
            </a:endParaRPr>
          </a:p>
          <a:p>
            <a:pPr>
              <a:lnSpc>
                <a:spcPct val="100000"/>
              </a:lnSpc>
              <a:buAutoNum type="arabicPlain"/>
            </a:pPr>
            <a:endParaRPr sz="1150">
              <a:latin typeface="Arial"/>
              <a:cs typeface="Arial"/>
            </a:endParaRPr>
          </a:p>
          <a:p>
            <a:pPr>
              <a:lnSpc>
                <a:spcPct val="100000"/>
              </a:lnSpc>
              <a:spcBef>
                <a:spcPts val="20"/>
              </a:spcBef>
              <a:buAutoNum type="arabicPlain"/>
            </a:pPr>
            <a:endParaRPr sz="1150">
              <a:latin typeface="Arial"/>
              <a:cs typeface="Arial"/>
            </a:endParaRPr>
          </a:p>
          <a:p>
            <a:pPr marL="303530" indent="-290830">
              <a:lnSpc>
                <a:spcPct val="100000"/>
              </a:lnSpc>
              <a:buAutoNum type="arabicPlain"/>
              <a:tabLst>
                <a:tab pos="303530" algn="l"/>
              </a:tabLst>
            </a:pPr>
            <a:r>
              <a:rPr sz="1150" spc="-10" dirty="0">
                <a:solidFill>
                  <a:srgbClr val="E6F5FF"/>
                </a:solidFill>
                <a:latin typeface="Arial"/>
                <a:cs typeface="Arial"/>
              </a:rPr>
              <a:t>D.</a:t>
            </a:r>
            <a:r>
              <a:rPr sz="1150" spc="35" dirty="0">
                <a:solidFill>
                  <a:srgbClr val="E6F5FF"/>
                </a:solidFill>
                <a:latin typeface="Arial"/>
                <a:cs typeface="Arial"/>
              </a:rPr>
              <a:t> </a:t>
            </a:r>
            <a:r>
              <a:rPr sz="1150" spc="-50" dirty="0">
                <a:solidFill>
                  <a:srgbClr val="E6F5FF"/>
                </a:solidFill>
                <a:latin typeface="Arial"/>
                <a:cs typeface="Arial"/>
              </a:rPr>
              <a:t>W.</a:t>
            </a:r>
            <a:r>
              <a:rPr sz="1150" spc="40" dirty="0">
                <a:solidFill>
                  <a:srgbClr val="E6F5FF"/>
                </a:solidFill>
                <a:latin typeface="Arial"/>
                <a:cs typeface="Arial"/>
              </a:rPr>
              <a:t> </a:t>
            </a:r>
            <a:r>
              <a:rPr sz="1150" dirty="0">
                <a:solidFill>
                  <a:srgbClr val="E6F5FF"/>
                </a:solidFill>
                <a:latin typeface="Arial"/>
                <a:cs typeface="Arial"/>
              </a:rPr>
              <a:t>Bates,</a:t>
            </a:r>
            <a:r>
              <a:rPr sz="1150" spc="40" dirty="0">
                <a:solidFill>
                  <a:srgbClr val="E6F5FF"/>
                </a:solidFill>
                <a:latin typeface="Arial"/>
                <a:cs typeface="Arial"/>
              </a:rPr>
              <a:t> </a:t>
            </a:r>
            <a:r>
              <a:rPr sz="1150" spc="-55" dirty="0">
                <a:solidFill>
                  <a:srgbClr val="E6F5FF"/>
                </a:solidFill>
                <a:latin typeface="Arial"/>
                <a:cs typeface="Arial"/>
              </a:rPr>
              <a:t>S.</a:t>
            </a:r>
            <a:r>
              <a:rPr sz="1150" spc="40" dirty="0">
                <a:solidFill>
                  <a:srgbClr val="E6F5FF"/>
                </a:solidFill>
                <a:latin typeface="Arial"/>
                <a:cs typeface="Arial"/>
              </a:rPr>
              <a:t> </a:t>
            </a:r>
            <a:r>
              <a:rPr sz="1150" dirty="0">
                <a:solidFill>
                  <a:srgbClr val="E6F5FF"/>
                </a:solidFill>
                <a:latin typeface="Arial"/>
                <a:cs typeface="Arial"/>
              </a:rPr>
              <a:t>Saria,</a:t>
            </a:r>
            <a:r>
              <a:rPr sz="1150" spc="40" dirty="0">
                <a:solidFill>
                  <a:srgbClr val="E6F5FF"/>
                </a:solidFill>
                <a:latin typeface="Arial"/>
                <a:cs typeface="Arial"/>
              </a:rPr>
              <a:t> </a:t>
            </a:r>
            <a:r>
              <a:rPr sz="1150" dirty="0">
                <a:solidFill>
                  <a:srgbClr val="E6F5FF"/>
                </a:solidFill>
                <a:latin typeface="Arial"/>
                <a:cs typeface="Arial"/>
              </a:rPr>
              <a:t>L.</a:t>
            </a:r>
            <a:r>
              <a:rPr sz="1150" spc="40" dirty="0">
                <a:solidFill>
                  <a:srgbClr val="E6F5FF"/>
                </a:solidFill>
                <a:latin typeface="Arial"/>
                <a:cs typeface="Arial"/>
              </a:rPr>
              <a:t> </a:t>
            </a:r>
            <a:r>
              <a:rPr sz="1150" dirty="0">
                <a:solidFill>
                  <a:srgbClr val="E6F5FF"/>
                </a:solidFill>
                <a:latin typeface="Arial"/>
                <a:cs typeface="Arial"/>
              </a:rPr>
              <a:t>Ohno-Machado,</a:t>
            </a:r>
            <a:r>
              <a:rPr sz="1150" spc="40" dirty="0">
                <a:solidFill>
                  <a:srgbClr val="E6F5FF"/>
                </a:solidFill>
                <a:latin typeface="Arial"/>
                <a:cs typeface="Arial"/>
              </a:rPr>
              <a:t> </a:t>
            </a:r>
            <a:r>
              <a:rPr sz="1150" dirty="0">
                <a:solidFill>
                  <a:srgbClr val="E6F5FF"/>
                </a:solidFill>
                <a:latin typeface="Arial"/>
                <a:cs typeface="Arial"/>
              </a:rPr>
              <a:t>A.</a:t>
            </a:r>
            <a:r>
              <a:rPr sz="1150" spc="35" dirty="0">
                <a:solidFill>
                  <a:srgbClr val="E6F5FF"/>
                </a:solidFill>
                <a:latin typeface="Arial"/>
                <a:cs typeface="Arial"/>
              </a:rPr>
              <a:t> </a:t>
            </a:r>
            <a:r>
              <a:rPr sz="1150" dirty="0">
                <a:solidFill>
                  <a:srgbClr val="E6F5FF"/>
                </a:solidFill>
                <a:latin typeface="Arial"/>
                <a:cs typeface="Arial"/>
              </a:rPr>
              <a:t>Shah,</a:t>
            </a:r>
            <a:r>
              <a:rPr sz="1150" spc="40" dirty="0">
                <a:solidFill>
                  <a:srgbClr val="E6F5FF"/>
                </a:solidFill>
                <a:latin typeface="Arial"/>
                <a:cs typeface="Arial"/>
              </a:rPr>
              <a:t> </a:t>
            </a:r>
            <a:r>
              <a:rPr sz="1150" spc="50" dirty="0">
                <a:solidFill>
                  <a:srgbClr val="E6F5FF"/>
                </a:solidFill>
                <a:latin typeface="Arial"/>
                <a:cs typeface="Arial"/>
              </a:rPr>
              <a:t>and</a:t>
            </a:r>
            <a:r>
              <a:rPr sz="1150" spc="40" dirty="0">
                <a:solidFill>
                  <a:srgbClr val="E6F5FF"/>
                </a:solidFill>
                <a:latin typeface="Arial"/>
                <a:cs typeface="Arial"/>
              </a:rPr>
              <a:t> </a:t>
            </a:r>
            <a:r>
              <a:rPr sz="1150" spc="-50" dirty="0">
                <a:solidFill>
                  <a:srgbClr val="E6F5FF"/>
                </a:solidFill>
                <a:latin typeface="Arial"/>
                <a:cs typeface="Arial"/>
              </a:rPr>
              <a:t>G.</a:t>
            </a:r>
            <a:r>
              <a:rPr sz="1150" spc="40" dirty="0">
                <a:solidFill>
                  <a:srgbClr val="E6F5FF"/>
                </a:solidFill>
                <a:latin typeface="Arial"/>
                <a:cs typeface="Arial"/>
              </a:rPr>
              <a:t> </a:t>
            </a:r>
            <a:r>
              <a:rPr sz="1150" dirty="0">
                <a:solidFill>
                  <a:srgbClr val="E6F5FF"/>
                </a:solidFill>
                <a:latin typeface="Arial"/>
                <a:cs typeface="Arial"/>
              </a:rPr>
              <a:t>Escobar,</a:t>
            </a:r>
            <a:r>
              <a:rPr sz="1150" spc="40" dirty="0">
                <a:solidFill>
                  <a:srgbClr val="E6F5FF"/>
                </a:solidFill>
                <a:latin typeface="Arial"/>
                <a:cs typeface="Arial"/>
              </a:rPr>
              <a:t> </a:t>
            </a:r>
            <a:r>
              <a:rPr sz="1150" dirty="0">
                <a:solidFill>
                  <a:srgbClr val="E6F5FF"/>
                </a:solidFill>
                <a:latin typeface="Arial"/>
                <a:cs typeface="Arial"/>
              </a:rPr>
              <a:t>“Big</a:t>
            </a:r>
            <a:r>
              <a:rPr sz="1150" spc="40" dirty="0">
                <a:solidFill>
                  <a:srgbClr val="E6F5FF"/>
                </a:solidFill>
                <a:latin typeface="Arial"/>
                <a:cs typeface="Arial"/>
              </a:rPr>
              <a:t> </a:t>
            </a:r>
            <a:r>
              <a:rPr sz="1150" dirty="0">
                <a:solidFill>
                  <a:srgbClr val="E6F5FF"/>
                </a:solidFill>
                <a:latin typeface="Arial"/>
                <a:cs typeface="Arial"/>
              </a:rPr>
              <a:t>Data</a:t>
            </a:r>
            <a:r>
              <a:rPr sz="1150" spc="40" dirty="0">
                <a:solidFill>
                  <a:srgbClr val="E6F5FF"/>
                </a:solidFill>
                <a:latin typeface="Arial"/>
                <a:cs typeface="Arial"/>
              </a:rPr>
              <a:t> </a:t>
            </a:r>
            <a:r>
              <a:rPr sz="1150" spc="60" dirty="0">
                <a:solidFill>
                  <a:srgbClr val="E6F5FF"/>
                </a:solidFill>
                <a:latin typeface="Arial"/>
                <a:cs typeface="Arial"/>
              </a:rPr>
              <a:t>in</a:t>
            </a:r>
            <a:r>
              <a:rPr sz="1150" spc="35" dirty="0">
                <a:solidFill>
                  <a:srgbClr val="E6F5FF"/>
                </a:solidFill>
                <a:latin typeface="Arial"/>
                <a:cs typeface="Arial"/>
              </a:rPr>
              <a:t> </a:t>
            </a:r>
            <a:r>
              <a:rPr sz="1150" spc="50" dirty="0">
                <a:solidFill>
                  <a:srgbClr val="E6F5FF"/>
                </a:solidFill>
                <a:latin typeface="Arial"/>
                <a:cs typeface="Arial"/>
              </a:rPr>
              <a:t>Health</a:t>
            </a:r>
            <a:r>
              <a:rPr sz="1150" spc="40" dirty="0">
                <a:solidFill>
                  <a:srgbClr val="E6F5FF"/>
                </a:solidFill>
                <a:latin typeface="Arial"/>
                <a:cs typeface="Arial"/>
              </a:rPr>
              <a:t> </a:t>
            </a:r>
            <a:r>
              <a:rPr sz="1150" dirty="0">
                <a:solidFill>
                  <a:srgbClr val="E6F5FF"/>
                </a:solidFill>
                <a:latin typeface="Arial"/>
                <a:cs typeface="Arial"/>
              </a:rPr>
              <a:t>Care:</a:t>
            </a:r>
            <a:r>
              <a:rPr sz="1150" spc="40" dirty="0">
                <a:solidFill>
                  <a:srgbClr val="E6F5FF"/>
                </a:solidFill>
                <a:latin typeface="Arial"/>
                <a:cs typeface="Arial"/>
              </a:rPr>
              <a:t> </a:t>
            </a:r>
            <a:r>
              <a:rPr sz="1150" dirty="0">
                <a:solidFill>
                  <a:srgbClr val="E6F5FF"/>
                </a:solidFill>
                <a:latin typeface="Arial"/>
                <a:cs typeface="Arial"/>
              </a:rPr>
              <a:t>Using</a:t>
            </a:r>
            <a:r>
              <a:rPr sz="1150" spc="40" dirty="0">
                <a:solidFill>
                  <a:srgbClr val="E6F5FF"/>
                </a:solidFill>
                <a:latin typeface="Arial"/>
                <a:cs typeface="Arial"/>
              </a:rPr>
              <a:t> </a:t>
            </a:r>
            <a:r>
              <a:rPr sz="1150" spc="50" dirty="0">
                <a:solidFill>
                  <a:srgbClr val="E6F5FF"/>
                </a:solidFill>
                <a:latin typeface="Arial"/>
                <a:cs typeface="Arial"/>
              </a:rPr>
              <a:t>Analytics</a:t>
            </a:r>
            <a:r>
              <a:rPr sz="1150" spc="40" dirty="0">
                <a:solidFill>
                  <a:srgbClr val="E6F5FF"/>
                </a:solidFill>
                <a:latin typeface="Arial"/>
                <a:cs typeface="Arial"/>
              </a:rPr>
              <a:t> </a:t>
            </a:r>
            <a:r>
              <a:rPr sz="1150" spc="95" dirty="0">
                <a:solidFill>
                  <a:srgbClr val="E6F5FF"/>
                </a:solidFill>
                <a:latin typeface="Arial"/>
                <a:cs typeface="Arial"/>
              </a:rPr>
              <a:t>to</a:t>
            </a:r>
            <a:r>
              <a:rPr sz="1150" spc="40" dirty="0">
                <a:solidFill>
                  <a:srgbClr val="E6F5FF"/>
                </a:solidFill>
                <a:latin typeface="Arial"/>
                <a:cs typeface="Arial"/>
              </a:rPr>
              <a:t> </a:t>
            </a:r>
            <a:r>
              <a:rPr sz="1150" spc="70" dirty="0">
                <a:solidFill>
                  <a:srgbClr val="E6F5FF"/>
                </a:solidFill>
                <a:latin typeface="Arial"/>
                <a:cs typeface="Arial"/>
              </a:rPr>
              <a:t>Identify</a:t>
            </a:r>
            <a:r>
              <a:rPr sz="1150" spc="40" dirty="0">
                <a:solidFill>
                  <a:srgbClr val="E6F5FF"/>
                </a:solidFill>
                <a:latin typeface="Arial"/>
                <a:cs typeface="Arial"/>
              </a:rPr>
              <a:t> </a:t>
            </a:r>
            <a:r>
              <a:rPr sz="1150" spc="50" dirty="0">
                <a:solidFill>
                  <a:srgbClr val="E6F5FF"/>
                </a:solidFill>
                <a:latin typeface="Arial"/>
                <a:cs typeface="Arial"/>
              </a:rPr>
              <a:t>and</a:t>
            </a:r>
            <a:r>
              <a:rPr sz="1150" spc="35" dirty="0">
                <a:solidFill>
                  <a:srgbClr val="E6F5FF"/>
                </a:solidFill>
                <a:latin typeface="Arial"/>
                <a:cs typeface="Arial"/>
              </a:rPr>
              <a:t> </a:t>
            </a:r>
            <a:r>
              <a:rPr sz="1150" dirty="0">
                <a:solidFill>
                  <a:srgbClr val="E6F5FF"/>
                </a:solidFill>
                <a:latin typeface="Arial"/>
                <a:cs typeface="Arial"/>
              </a:rPr>
              <a:t>Manage</a:t>
            </a:r>
            <a:r>
              <a:rPr sz="1150" spc="40" dirty="0">
                <a:solidFill>
                  <a:srgbClr val="E6F5FF"/>
                </a:solidFill>
                <a:latin typeface="Arial"/>
                <a:cs typeface="Arial"/>
              </a:rPr>
              <a:t> </a:t>
            </a:r>
            <a:r>
              <a:rPr sz="1150" dirty="0">
                <a:solidFill>
                  <a:srgbClr val="E6F5FF"/>
                </a:solidFill>
                <a:latin typeface="Arial"/>
                <a:cs typeface="Arial"/>
              </a:rPr>
              <a:t>High-</a:t>
            </a:r>
            <a:r>
              <a:rPr sz="1150" spc="-10" dirty="0">
                <a:solidFill>
                  <a:srgbClr val="E6F5FF"/>
                </a:solidFill>
                <a:latin typeface="Arial"/>
                <a:cs typeface="Arial"/>
              </a:rPr>
              <a:t>Risk</a:t>
            </a:r>
            <a:r>
              <a:rPr sz="1150" spc="40" dirty="0">
                <a:solidFill>
                  <a:srgbClr val="E6F5FF"/>
                </a:solidFill>
                <a:latin typeface="Arial"/>
                <a:cs typeface="Arial"/>
              </a:rPr>
              <a:t> </a:t>
            </a:r>
            <a:r>
              <a:rPr sz="1150" spc="50" dirty="0">
                <a:solidFill>
                  <a:srgbClr val="E6F5FF"/>
                </a:solidFill>
                <a:latin typeface="Arial"/>
                <a:cs typeface="Arial"/>
              </a:rPr>
              <a:t>and</a:t>
            </a:r>
            <a:r>
              <a:rPr sz="1150" spc="40" dirty="0">
                <a:solidFill>
                  <a:srgbClr val="E6F5FF"/>
                </a:solidFill>
                <a:latin typeface="Arial"/>
                <a:cs typeface="Arial"/>
              </a:rPr>
              <a:t> </a:t>
            </a:r>
            <a:r>
              <a:rPr sz="1150" dirty="0">
                <a:solidFill>
                  <a:srgbClr val="E6F5FF"/>
                </a:solidFill>
                <a:latin typeface="Arial"/>
                <a:cs typeface="Arial"/>
              </a:rPr>
              <a:t>High-Cost</a:t>
            </a:r>
            <a:r>
              <a:rPr sz="1150" spc="40" dirty="0">
                <a:solidFill>
                  <a:srgbClr val="E6F5FF"/>
                </a:solidFill>
                <a:latin typeface="Arial"/>
                <a:cs typeface="Arial"/>
              </a:rPr>
              <a:t> </a:t>
            </a:r>
            <a:r>
              <a:rPr sz="1150" dirty="0">
                <a:solidFill>
                  <a:srgbClr val="E6F5FF"/>
                </a:solidFill>
                <a:latin typeface="Arial"/>
                <a:cs typeface="Arial"/>
              </a:rPr>
              <a:t>Patients,”</a:t>
            </a:r>
            <a:r>
              <a:rPr sz="1150" spc="40" dirty="0">
                <a:solidFill>
                  <a:srgbClr val="E6F5FF"/>
                </a:solidFill>
                <a:latin typeface="Arial"/>
                <a:cs typeface="Arial"/>
              </a:rPr>
              <a:t> </a:t>
            </a:r>
            <a:r>
              <a:rPr sz="1150" spc="50" dirty="0">
                <a:solidFill>
                  <a:srgbClr val="E6F5FF"/>
                </a:solidFill>
                <a:latin typeface="Arial"/>
                <a:cs typeface="Arial"/>
              </a:rPr>
              <a:t>Health</a:t>
            </a:r>
            <a:r>
              <a:rPr sz="1150" spc="40" dirty="0">
                <a:solidFill>
                  <a:srgbClr val="E6F5FF"/>
                </a:solidFill>
                <a:latin typeface="Arial"/>
                <a:cs typeface="Arial"/>
              </a:rPr>
              <a:t> </a:t>
            </a:r>
            <a:r>
              <a:rPr sz="1150" dirty="0">
                <a:solidFill>
                  <a:srgbClr val="E6F5FF"/>
                </a:solidFill>
                <a:latin typeface="Arial"/>
                <a:cs typeface="Arial"/>
              </a:rPr>
              <a:t>Affairs,</a:t>
            </a:r>
            <a:r>
              <a:rPr sz="1150" spc="35" dirty="0">
                <a:solidFill>
                  <a:srgbClr val="E6F5FF"/>
                </a:solidFill>
                <a:latin typeface="Arial"/>
                <a:cs typeface="Arial"/>
              </a:rPr>
              <a:t> </a:t>
            </a:r>
            <a:r>
              <a:rPr sz="1150" spc="50" dirty="0">
                <a:solidFill>
                  <a:srgbClr val="E6F5FF"/>
                </a:solidFill>
                <a:latin typeface="Arial"/>
                <a:cs typeface="Arial"/>
              </a:rPr>
              <a:t>vol.</a:t>
            </a:r>
            <a:r>
              <a:rPr sz="1150" spc="40" dirty="0">
                <a:solidFill>
                  <a:srgbClr val="E6F5FF"/>
                </a:solidFill>
                <a:latin typeface="Arial"/>
                <a:cs typeface="Arial"/>
              </a:rPr>
              <a:t> </a:t>
            </a:r>
            <a:r>
              <a:rPr sz="1150" dirty="0">
                <a:solidFill>
                  <a:srgbClr val="E6F5FF"/>
                </a:solidFill>
                <a:latin typeface="Arial"/>
                <a:cs typeface="Arial"/>
              </a:rPr>
              <a:t>33,</a:t>
            </a:r>
            <a:r>
              <a:rPr sz="1150" spc="40" dirty="0">
                <a:solidFill>
                  <a:srgbClr val="E6F5FF"/>
                </a:solidFill>
                <a:latin typeface="Arial"/>
                <a:cs typeface="Arial"/>
              </a:rPr>
              <a:t> </a:t>
            </a:r>
            <a:r>
              <a:rPr sz="1150" dirty="0">
                <a:solidFill>
                  <a:srgbClr val="E6F5FF"/>
                </a:solidFill>
                <a:latin typeface="Arial"/>
                <a:cs typeface="Arial"/>
              </a:rPr>
              <a:t>no.</a:t>
            </a:r>
            <a:r>
              <a:rPr sz="1150" spc="40" dirty="0">
                <a:solidFill>
                  <a:srgbClr val="E6F5FF"/>
                </a:solidFill>
                <a:latin typeface="Arial"/>
                <a:cs typeface="Arial"/>
              </a:rPr>
              <a:t> </a:t>
            </a:r>
            <a:r>
              <a:rPr sz="1150" spc="-120" dirty="0">
                <a:solidFill>
                  <a:srgbClr val="E6F5FF"/>
                </a:solidFill>
                <a:latin typeface="Arial"/>
                <a:cs typeface="Arial"/>
              </a:rPr>
              <a:t>7,</a:t>
            </a:r>
            <a:r>
              <a:rPr sz="1150" spc="40" dirty="0">
                <a:solidFill>
                  <a:srgbClr val="E6F5FF"/>
                </a:solidFill>
                <a:latin typeface="Arial"/>
                <a:cs typeface="Arial"/>
              </a:rPr>
              <a:t> </a:t>
            </a:r>
            <a:r>
              <a:rPr sz="1150" dirty="0">
                <a:solidFill>
                  <a:srgbClr val="E6F5FF"/>
                </a:solidFill>
                <a:latin typeface="Arial"/>
                <a:cs typeface="Arial"/>
              </a:rPr>
              <a:t>pp.</a:t>
            </a:r>
            <a:r>
              <a:rPr sz="1150" spc="40" dirty="0">
                <a:solidFill>
                  <a:srgbClr val="E6F5FF"/>
                </a:solidFill>
                <a:latin typeface="Arial"/>
                <a:cs typeface="Arial"/>
              </a:rPr>
              <a:t> </a:t>
            </a:r>
            <a:r>
              <a:rPr sz="1150" spc="-40" dirty="0">
                <a:solidFill>
                  <a:srgbClr val="E6F5FF"/>
                </a:solidFill>
                <a:latin typeface="Arial"/>
                <a:cs typeface="Arial"/>
              </a:rPr>
              <a:t>1123–</a:t>
            </a:r>
            <a:r>
              <a:rPr sz="1150" spc="-20" dirty="0">
                <a:solidFill>
                  <a:srgbClr val="E6F5FF"/>
                </a:solidFill>
                <a:latin typeface="Arial"/>
                <a:cs typeface="Arial"/>
              </a:rPr>
              <a:t>1131,</a:t>
            </a:r>
            <a:r>
              <a:rPr sz="1150" spc="40" dirty="0">
                <a:solidFill>
                  <a:srgbClr val="E6F5FF"/>
                </a:solidFill>
                <a:latin typeface="Arial"/>
                <a:cs typeface="Arial"/>
              </a:rPr>
              <a:t> </a:t>
            </a:r>
            <a:r>
              <a:rPr sz="1150" spc="-20" dirty="0">
                <a:solidFill>
                  <a:srgbClr val="E6F5FF"/>
                </a:solidFill>
                <a:latin typeface="Arial"/>
                <a:cs typeface="Arial"/>
              </a:rPr>
              <a:t>2014.</a:t>
            </a:r>
            <a:endParaRPr sz="1150">
              <a:latin typeface="Arial"/>
              <a:cs typeface="Arial"/>
            </a:endParaRPr>
          </a:p>
          <a:p>
            <a:pPr>
              <a:lnSpc>
                <a:spcPct val="100000"/>
              </a:lnSpc>
              <a:spcBef>
                <a:spcPts val="409"/>
              </a:spcBef>
              <a:buAutoNum type="arabicPlain"/>
            </a:pPr>
            <a:endParaRPr sz="1150">
              <a:latin typeface="Arial"/>
              <a:cs typeface="Arial"/>
            </a:endParaRPr>
          </a:p>
          <a:p>
            <a:pPr marL="307975" indent="-295275">
              <a:lnSpc>
                <a:spcPct val="100000"/>
              </a:lnSpc>
              <a:buAutoNum type="arabicPlain"/>
              <a:tabLst>
                <a:tab pos="307975" algn="l"/>
              </a:tabLst>
            </a:pPr>
            <a:r>
              <a:rPr sz="1150" spc="-50" dirty="0">
                <a:solidFill>
                  <a:srgbClr val="E6F5FF"/>
                </a:solidFill>
                <a:latin typeface="Arial"/>
                <a:cs typeface="Arial"/>
              </a:rPr>
              <a:t>E.</a:t>
            </a:r>
            <a:r>
              <a:rPr sz="1150" spc="30" dirty="0">
                <a:solidFill>
                  <a:srgbClr val="E6F5FF"/>
                </a:solidFill>
                <a:latin typeface="Arial"/>
                <a:cs typeface="Arial"/>
              </a:rPr>
              <a:t> </a:t>
            </a:r>
            <a:r>
              <a:rPr sz="1150" spc="60" dirty="0">
                <a:solidFill>
                  <a:srgbClr val="E6F5FF"/>
                </a:solidFill>
                <a:latin typeface="Arial"/>
                <a:cs typeface="Arial"/>
              </a:rPr>
              <a:t>Ammenwerth</a:t>
            </a:r>
            <a:r>
              <a:rPr sz="1150" spc="35" dirty="0">
                <a:solidFill>
                  <a:srgbClr val="E6F5FF"/>
                </a:solidFill>
                <a:latin typeface="Arial"/>
                <a:cs typeface="Arial"/>
              </a:rPr>
              <a:t> </a:t>
            </a:r>
            <a:r>
              <a:rPr sz="1150" spc="50" dirty="0">
                <a:solidFill>
                  <a:srgbClr val="E6F5FF"/>
                </a:solidFill>
                <a:latin typeface="Arial"/>
                <a:cs typeface="Arial"/>
              </a:rPr>
              <a:t>and</a:t>
            </a:r>
            <a:r>
              <a:rPr sz="1150" spc="35" dirty="0">
                <a:solidFill>
                  <a:srgbClr val="E6F5FF"/>
                </a:solidFill>
                <a:latin typeface="Arial"/>
                <a:cs typeface="Arial"/>
              </a:rPr>
              <a:t> </a:t>
            </a:r>
            <a:r>
              <a:rPr sz="1150" spc="-30" dirty="0">
                <a:solidFill>
                  <a:srgbClr val="E6F5FF"/>
                </a:solidFill>
                <a:latin typeface="Arial"/>
                <a:cs typeface="Arial"/>
              </a:rPr>
              <a:t>C.</a:t>
            </a:r>
            <a:r>
              <a:rPr sz="1150" spc="30" dirty="0">
                <a:solidFill>
                  <a:srgbClr val="E6F5FF"/>
                </a:solidFill>
                <a:latin typeface="Arial"/>
                <a:cs typeface="Arial"/>
              </a:rPr>
              <a:t> </a:t>
            </a:r>
            <a:r>
              <a:rPr sz="1150" dirty="0">
                <a:solidFill>
                  <a:srgbClr val="E6F5FF"/>
                </a:solidFill>
                <a:latin typeface="Arial"/>
                <a:cs typeface="Arial"/>
              </a:rPr>
              <a:t>Iller,</a:t>
            </a:r>
            <a:r>
              <a:rPr sz="1150" spc="35" dirty="0">
                <a:solidFill>
                  <a:srgbClr val="E6F5FF"/>
                </a:solidFill>
                <a:latin typeface="Arial"/>
                <a:cs typeface="Arial"/>
              </a:rPr>
              <a:t> </a:t>
            </a:r>
            <a:r>
              <a:rPr sz="1150" dirty="0">
                <a:solidFill>
                  <a:srgbClr val="E6F5FF"/>
                </a:solidFill>
                <a:latin typeface="Arial"/>
                <a:cs typeface="Arial"/>
              </a:rPr>
              <a:t>“IT-</a:t>
            </a:r>
            <a:r>
              <a:rPr sz="1150" spc="65" dirty="0">
                <a:solidFill>
                  <a:srgbClr val="E6F5FF"/>
                </a:solidFill>
                <a:latin typeface="Arial"/>
                <a:cs typeface="Arial"/>
              </a:rPr>
              <a:t>Adoption</a:t>
            </a:r>
            <a:r>
              <a:rPr sz="1150" spc="35" dirty="0">
                <a:solidFill>
                  <a:srgbClr val="E6F5FF"/>
                </a:solidFill>
                <a:latin typeface="Arial"/>
                <a:cs typeface="Arial"/>
              </a:rPr>
              <a:t> </a:t>
            </a:r>
            <a:r>
              <a:rPr sz="1150" spc="50" dirty="0">
                <a:solidFill>
                  <a:srgbClr val="E6F5FF"/>
                </a:solidFill>
                <a:latin typeface="Arial"/>
                <a:cs typeface="Arial"/>
              </a:rPr>
              <a:t>and</a:t>
            </a:r>
            <a:r>
              <a:rPr sz="1150" spc="35" dirty="0">
                <a:solidFill>
                  <a:srgbClr val="E6F5FF"/>
                </a:solidFill>
                <a:latin typeface="Arial"/>
                <a:cs typeface="Arial"/>
              </a:rPr>
              <a:t> </a:t>
            </a:r>
            <a:r>
              <a:rPr sz="1150" spc="70" dirty="0">
                <a:solidFill>
                  <a:srgbClr val="E6F5FF"/>
                </a:solidFill>
                <a:latin typeface="Arial"/>
                <a:cs typeface="Arial"/>
              </a:rPr>
              <a:t>the</a:t>
            </a:r>
            <a:r>
              <a:rPr sz="1150" spc="30" dirty="0">
                <a:solidFill>
                  <a:srgbClr val="E6F5FF"/>
                </a:solidFill>
                <a:latin typeface="Arial"/>
                <a:cs typeface="Arial"/>
              </a:rPr>
              <a:t> </a:t>
            </a:r>
            <a:r>
              <a:rPr sz="1150" spc="55" dirty="0">
                <a:solidFill>
                  <a:srgbClr val="E6F5FF"/>
                </a:solidFill>
                <a:latin typeface="Arial"/>
                <a:cs typeface="Arial"/>
              </a:rPr>
              <a:t>Interaction</a:t>
            </a:r>
            <a:r>
              <a:rPr sz="1150" spc="35" dirty="0">
                <a:solidFill>
                  <a:srgbClr val="E6F5FF"/>
                </a:solidFill>
                <a:latin typeface="Arial"/>
                <a:cs typeface="Arial"/>
              </a:rPr>
              <a:t> </a:t>
            </a:r>
            <a:r>
              <a:rPr sz="1150" spc="85" dirty="0">
                <a:solidFill>
                  <a:srgbClr val="E6F5FF"/>
                </a:solidFill>
                <a:latin typeface="Arial"/>
                <a:cs typeface="Arial"/>
              </a:rPr>
              <a:t>of</a:t>
            </a:r>
            <a:r>
              <a:rPr sz="1150" spc="35" dirty="0">
                <a:solidFill>
                  <a:srgbClr val="E6F5FF"/>
                </a:solidFill>
                <a:latin typeface="Arial"/>
                <a:cs typeface="Arial"/>
              </a:rPr>
              <a:t> </a:t>
            </a:r>
            <a:r>
              <a:rPr sz="1150" spc="-25" dirty="0">
                <a:solidFill>
                  <a:srgbClr val="E6F5FF"/>
                </a:solidFill>
                <a:latin typeface="Arial"/>
                <a:cs typeface="Arial"/>
              </a:rPr>
              <a:t>Task,</a:t>
            </a:r>
            <a:r>
              <a:rPr sz="1150" spc="35" dirty="0">
                <a:solidFill>
                  <a:srgbClr val="E6F5FF"/>
                </a:solidFill>
                <a:latin typeface="Arial"/>
                <a:cs typeface="Arial"/>
              </a:rPr>
              <a:t> </a:t>
            </a:r>
            <a:r>
              <a:rPr sz="1150" dirty="0">
                <a:solidFill>
                  <a:srgbClr val="E6F5FF"/>
                </a:solidFill>
                <a:latin typeface="Arial"/>
                <a:cs typeface="Arial"/>
              </a:rPr>
              <a:t>Technology</a:t>
            </a:r>
            <a:r>
              <a:rPr sz="1150" spc="30" dirty="0">
                <a:solidFill>
                  <a:srgbClr val="E6F5FF"/>
                </a:solidFill>
                <a:latin typeface="Arial"/>
                <a:cs typeface="Arial"/>
              </a:rPr>
              <a:t> </a:t>
            </a:r>
            <a:r>
              <a:rPr sz="1150" spc="50" dirty="0">
                <a:solidFill>
                  <a:srgbClr val="E6F5FF"/>
                </a:solidFill>
                <a:latin typeface="Arial"/>
                <a:cs typeface="Arial"/>
              </a:rPr>
              <a:t>and</a:t>
            </a:r>
            <a:r>
              <a:rPr sz="1150" spc="35" dirty="0">
                <a:solidFill>
                  <a:srgbClr val="E6F5FF"/>
                </a:solidFill>
                <a:latin typeface="Arial"/>
                <a:cs typeface="Arial"/>
              </a:rPr>
              <a:t> </a:t>
            </a:r>
            <a:r>
              <a:rPr sz="1150" dirty="0">
                <a:solidFill>
                  <a:srgbClr val="E6F5FF"/>
                </a:solidFill>
                <a:latin typeface="Arial"/>
                <a:cs typeface="Arial"/>
              </a:rPr>
              <a:t>Individuals,”</a:t>
            </a:r>
            <a:r>
              <a:rPr sz="1150" spc="35" dirty="0">
                <a:solidFill>
                  <a:srgbClr val="E6F5FF"/>
                </a:solidFill>
                <a:latin typeface="Arial"/>
                <a:cs typeface="Arial"/>
              </a:rPr>
              <a:t> </a:t>
            </a:r>
            <a:r>
              <a:rPr sz="1150" dirty="0">
                <a:solidFill>
                  <a:srgbClr val="E6F5FF"/>
                </a:solidFill>
                <a:latin typeface="Arial"/>
                <a:cs typeface="Arial"/>
              </a:rPr>
              <a:t>BMC</a:t>
            </a:r>
            <a:r>
              <a:rPr sz="1150" spc="35" dirty="0">
                <a:solidFill>
                  <a:srgbClr val="E6F5FF"/>
                </a:solidFill>
                <a:latin typeface="Arial"/>
                <a:cs typeface="Arial"/>
              </a:rPr>
              <a:t> </a:t>
            </a:r>
            <a:r>
              <a:rPr sz="1150" spc="45" dirty="0">
                <a:solidFill>
                  <a:srgbClr val="E6F5FF"/>
                </a:solidFill>
                <a:latin typeface="Arial"/>
                <a:cs typeface="Arial"/>
              </a:rPr>
              <a:t>Medical</a:t>
            </a:r>
            <a:r>
              <a:rPr sz="1150" spc="30" dirty="0">
                <a:solidFill>
                  <a:srgbClr val="E6F5FF"/>
                </a:solidFill>
                <a:latin typeface="Arial"/>
                <a:cs typeface="Arial"/>
              </a:rPr>
              <a:t> </a:t>
            </a:r>
            <a:r>
              <a:rPr sz="1150" spc="55" dirty="0">
                <a:solidFill>
                  <a:srgbClr val="E6F5FF"/>
                </a:solidFill>
                <a:latin typeface="Arial"/>
                <a:cs typeface="Arial"/>
              </a:rPr>
              <a:t>Informatics</a:t>
            </a:r>
            <a:r>
              <a:rPr sz="1150" spc="35" dirty="0">
                <a:solidFill>
                  <a:srgbClr val="E6F5FF"/>
                </a:solidFill>
                <a:latin typeface="Arial"/>
                <a:cs typeface="Arial"/>
              </a:rPr>
              <a:t> </a:t>
            </a:r>
            <a:r>
              <a:rPr sz="1150" spc="50" dirty="0">
                <a:solidFill>
                  <a:srgbClr val="E6F5FF"/>
                </a:solidFill>
                <a:latin typeface="Arial"/>
                <a:cs typeface="Arial"/>
              </a:rPr>
              <a:t>and</a:t>
            </a:r>
            <a:r>
              <a:rPr sz="1150" spc="35" dirty="0">
                <a:solidFill>
                  <a:srgbClr val="E6F5FF"/>
                </a:solidFill>
                <a:latin typeface="Arial"/>
                <a:cs typeface="Arial"/>
              </a:rPr>
              <a:t> </a:t>
            </a:r>
            <a:r>
              <a:rPr sz="1150" dirty="0">
                <a:solidFill>
                  <a:srgbClr val="E6F5FF"/>
                </a:solidFill>
                <a:latin typeface="Arial"/>
                <a:cs typeface="Arial"/>
              </a:rPr>
              <a:t>Decision</a:t>
            </a:r>
            <a:r>
              <a:rPr sz="1150" spc="35" dirty="0">
                <a:solidFill>
                  <a:srgbClr val="E6F5FF"/>
                </a:solidFill>
                <a:latin typeface="Arial"/>
                <a:cs typeface="Arial"/>
              </a:rPr>
              <a:t> </a:t>
            </a:r>
            <a:r>
              <a:rPr sz="1150" dirty="0">
                <a:solidFill>
                  <a:srgbClr val="E6F5FF"/>
                </a:solidFill>
                <a:latin typeface="Arial"/>
                <a:cs typeface="Arial"/>
              </a:rPr>
              <a:t>Making,</a:t>
            </a:r>
            <a:r>
              <a:rPr sz="1150" spc="30" dirty="0">
                <a:solidFill>
                  <a:srgbClr val="E6F5FF"/>
                </a:solidFill>
                <a:latin typeface="Arial"/>
                <a:cs typeface="Arial"/>
              </a:rPr>
              <a:t> </a:t>
            </a:r>
            <a:r>
              <a:rPr sz="1150" spc="50" dirty="0">
                <a:solidFill>
                  <a:srgbClr val="E6F5FF"/>
                </a:solidFill>
                <a:latin typeface="Arial"/>
                <a:cs typeface="Arial"/>
              </a:rPr>
              <a:t>vol.</a:t>
            </a:r>
            <a:r>
              <a:rPr sz="1150" spc="35" dirty="0">
                <a:solidFill>
                  <a:srgbClr val="E6F5FF"/>
                </a:solidFill>
                <a:latin typeface="Arial"/>
                <a:cs typeface="Arial"/>
              </a:rPr>
              <a:t> </a:t>
            </a:r>
            <a:r>
              <a:rPr sz="1150" dirty="0">
                <a:solidFill>
                  <a:srgbClr val="E6F5FF"/>
                </a:solidFill>
                <a:latin typeface="Arial"/>
                <a:cs typeface="Arial"/>
              </a:rPr>
              <a:t>6,</a:t>
            </a:r>
            <a:r>
              <a:rPr sz="1150" spc="35" dirty="0">
                <a:solidFill>
                  <a:srgbClr val="E6F5FF"/>
                </a:solidFill>
                <a:latin typeface="Arial"/>
                <a:cs typeface="Arial"/>
              </a:rPr>
              <a:t> </a:t>
            </a:r>
            <a:r>
              <a:rPr sz="1150" dirty="0">
                <a:solidFill>
                  <a:srgbClr val="E6F5FF"/>
                </a:solidFill>
                <a:latin typeface="Arial"/>
                <a:cs typeface="Arial"/>
              </a:rPr>
              <a:t>no.</a:t>
            </a:r>
            <a:r>
              <a:rPr sz="1150" spc="35" dirty="0">
                <a:solidFill>
                  <a:srgbClr val="E6F5FF"/>
                </a:solidFill>
                <a:latin typeface="Arial"/>
                <a:cs typeface="Arial"/>
              </a:rPr>
              <a:t> </a:t>
            </a:r>
            <a:r>
              <a:rPr sz="1150" dirty="0">
                <a:solidFill>
                  <a:srgbClr val="E6F5FF"/>
                </a:solidFill>
                <a:latin typeface="Arial"/>
                <a:cs typeface="Arial"/>
              </a:rPr>
              <a:t>3,</a:t>
            </a:r>
            <a:r>
              <a:rPr sz="1150" spc="30" dirty="0">
                <a:solidFill>
                  <a:srgbClr val="E6F5FF"/>
                </a:solidFill>
                <a:latin typeface="Arial"/>
                <a:cs typeface="Arial"/>
              </a:rPr>
              <a:t> </a:t>
            </a:r>
            <a:r>
              <a:rPr sz="1150" dirty="0">
                <a:solidFill>
                  <a:srgbClr val="E6F5FF"/>
                </a:solidFill>
                <a:latin typeface="Arial"/>
                <a:cs typeface="Arial"/>
              </a:rPr>
              <a:t>pp.</a:t>
            </a:r>
            <a:r>
              <a:rPr sz="1150" spc="35" dirty="0">
                <a:solidFill>
                  <a:srgbClr val="E6F5FF"/>
                </a:solidFill>
                <a:latin typeface="Arial"/>
                <a:cs typeface="Arial"/>
              </a:rPr>
              <a:t> </a:t>
            </a:r>
            <a:r>
              <a:rPr sz="1150" spc="-65" dirty="0">
                <a:solidFill>
                  <a:srgbClr val="E6F5FF"/>
                </a:solidFill>
                <a:latin typeface="Arial"/>
                <a:cs typeface="Arial"/>
              </a:rPr>
              <a:t>1–</a:t>
            </a:r>
            <a:r>
              <a:rPr sz="1150" dirty="0">
                <a:solidFill>
                  <a:srgbClr val="E6F5FF"/>
                </a:solidFill>
                <a:latin typeface="Arial"/>
                <a:cs typeface="Arial"/>
              </a:rPr>
              <a:t>9,</a:t>
            </a:r>
            <a:r>
              <a:rPr sz="1150" spc="35" dirty="0">
                <a:solidFill>
                  <a:srgbClr val="E6F5FF"/>
                </a:solidFill>
                <a:latin typeface="Arial"/>
                <a:cs typeface="Arial"/>
              </a:rPr>
              <a:t> </a:t>
            </a:r>
            <a:r>
              <a:rPr sz="1150" spc="55" dirty="0">
                <a:solidFill>
                  <a:srgbClr val="E6F5FF"/>
                </a:solidFill>
                <a:latin typeface="Arial"/>
                <a:cs typeface="Arial"/>
              </a:rPr>
              <a:t>2006.</a:t>
            </a:r>
            <a:endParaRPr sz="1150">
              <a:latin typeface="Arial"/>
              <a:cs typeface="Arial"/>
            </a:endParaRPr>
          </a:p>
          <a:p>
            <a:pPr>
              <a:lnSpc>
                <a:spcPct val="100000"/>
              </a:lnSpc>
              <a:spcBef>
                <a:spcPts val="415"/>
              </a:spcBef>
              <a:buAutoNum type="arabicPlain"/>
            </a:pPr>
            <a:endParaRPr sz="1150">
              <a:latin typeface="Arial"/>
              <a:cs typeface="Arial"/>
            </a:endParaRPr>
          </a:p>
          <a:p>
            <a:pPr marL="311785" indent="-299085">
              <a:lnSpc>
                <a:spcPct val="100000"/>
              </a:lnSpc>
              <a:buAutoNum type="arabicPlain"/>
              <a:tabLst>
                <a:tab pos="311785" algn="l"/>
              </a:tabLst>
            </a:pPr>
            <a:r>
              <a:rPr sz="1150" spc="-10" dirty="0">
                <a:solidFill>
                  <a:srgbClr val="E6F5FF"/>
                </a:solidFill>
                <a:latin typeface="Arial"/>
                <a:cs typeface="Arial"/>
              </a:rPr>
              <a:t>D.</a:t>
            </a:r>
            <a:r>
              <a:rPr sz="1150" spc="35" dirty="0">
                <a:solidFill>
                  <a:srgbClr val="E6F5FF"/>
                </a:solidFill>
                <a:latin typeface="Arial"/>
                <a:cs typeface="Arial"/>
              </a:rPr>
              <a:t> </a:t>
            </a:r>
            <a:r>
              <a:rPr sz="1150" dirty="0">
                <a:solidFill>
                  <a:srgbClr val="E6F5FF"/>
                </a:solidFill>
                <a:latin typeface="Arial"/>
                <a:cs typeface="Arial"/>
              </a:rPr>
              <a:t>Luxton,</a:t>
            </a:r>
            <a:r>
              <a:rPr sz="1150" spc="35" dirty="0">
                <a:solidFill>
                  <a:srgbClr val="E6F5FF"/>
                </a:solidFill>
                <a:latin typeface="Arial"/>
                <a:cs typeface="Arial"/>
              </a:rPr>
              <a:t> </a:t>
            </a:r>
            <a:r>
              <a:rPr sz="1150" spc="60" dirty="0">
                <a:solidFill>
                  <a:srgbClr val="E6F5FF"/>
                </a:solidFill>
                <a:latin typeface="Arial"/>
                <a:cs typeface="Arial"/>
              </a:rPr>
              <a:t>Artificial</a:t>
            </a:r>
            <a:r>
              <a:rPr sz="1150" spc="40" dirty="0">
                <a:solidFill>
                  <a:srgbClr val="E6F5FF"/>
                </a:solidFill>
                <a:latin typeface="Arial"/>
                <a:cs typeface="Arial"/>
              </a:rPr>
              <a:t> </a:t>
            </a:r>
            <a:r>
              <a:rPr sz="1150" spc="45" dirty="0">
                <a:solidFill>
                  <a:srgbClr val="E6F5FF"/>
                </a:solidFill>
                <a:latin typeface="Arial"/>
                <a:cs typeface="Arial"/>
              </a:rPr>
              <a:t>Intelligence</a:t>
            </a:r>
            <a:r>
              <a:rPr sz="1150" spc="35" dirty="0">
                <a:solidFill>
                  <a:srgbClr val="E6F5FF"/>
                </a:solidFill>
                <a:latin typeface="Arial"/>
                <a:cs typeface="Arial"/>
              </a:rPr>
              <a:t> </a:t>
            </a:r>
            <a:r>
              <a:rPr sz="1150" spc="60" dirty="0">
                <a:solidFill>
                  <a:srgbClr val="E6F5FF"/>
                </a:solidFill>
                <a:latin typeface="Arial"/>
                <a:cs typeface="Arial"/>
              </a:rPr>
              <a:t>in</a:t>
            </a:r>
            <a:r>
              <a:rPr sz="1150" spc="40" dirty="0">
                <a:solidFill>
                  <a:srgbClr val="E6F5FF"/>
                </a:solidFill>
                <a:latin typeface="Arial"/>
                <a:cs typeface="Arial"/>
              </a:rPr>
              <a:t> </a:t>
            </a:r>
            <a:r>
              <a:rPr sz="1150" dirty="0">
                <a:solidFill>
                  <a:srgbClr val="E6F5FF"/>
                </a:solidFill>
                <a:latin typeface="Arial"/>
                <a:cs typeface="Arial"/>
              </a:rPr>
              <a:t>Behavioral</a:t>
            </a:r>
            <a:r>
              <a:rPr sz="1150" spc="35" dirty="0">
                <a:solidFill>
                  <a:srgbClr val="E6F5FF"/>
                </a:solidFill>
                <a:latin typeface="Arial"/>
                <a:cs typeface="Arial"/>
              </a:rPr>
              <a:t> </a:t>
            </a:r>
            <a:r>
              <a:rPr sz="1150" spc="50" dirty="0">
                <a:solidFill>
                  <a:srgbClr val="E6F5FF"/>
                </a:solidFill>
                <a:latin typeface="Arial"/>
                <a:cs typeface="Arial"/>
              </a:rPr>
              <a:t>and</a:t>
            </a:r>
            <a:r>
              <a:rPr sz="1150" spc="35" dirty="0">
                <a:solidFill>
                  <a:srgbClr val="E6F5FF"/>
                </a:solidFill>
                <a:latin typeface="Arial"/>
                <a:cs typeface="Arial"/>
              </a:rPr>
              <a:t> </a:t>
            </a:r>
            <a:r>
              <a:rPr sz="1150" spc="55" dirty="0">
                <a:solidFill>
                  <a:srgbClr val="E6F5FF"/>
                </a:solidFill>
                <a:latin typeface="Arial"/>
                <a:cs typeface="Arial"/>
              </a:rPr>
              <a:t>Mental</a:t>
            </a:r>
            <a:r>
              <a:rPr sz="1150" spc="40" dirty="0">
                <a:solidFill>
                  <a:srgbClr val="E6F5FF"/>
                </a:solidFill>
                <a:latin typeface="Arial"/>
                <a:cs typeface="Arial"/>
              </a:rPr>
              <a:t> </a:t>
            </a:r>
            <a:r>
              <a:rPr sz="1150" spc="50" dirty="0">
                <a:solidFill>
                  <a:srgbClr val="E6F5FF"/>
                </a:solidFill>
                <a:latin typeface="Arial"/>
                <a:cs typeface="Arial"/>
              </a:rPr>
              <a:t>Health</a:t>
            </a:r>
            <a:r>
              <a:rPr sz="1150" spc="35" dirty="0">
                <a:solidFill>
                  <a:srgbClr val="E6F5FF"/>
                </a:solidFill>
                <a:latin typeface="Arial"/>
                <a:cs typeface="Arial"/>
              </a:rPr>
              <a:t> </a:t>
            </a:r>
            <a:r>
              <a:rPr sz="1150" dirty="0">
                <a:solidFill>
                  <a:srgbClr val="E6F5FF"/>
                </a:solidFill>
                <a:latin typeface="Arial"/>
                <a:cs typeface="Arial"/>
              </a:rPr>
              <a:t>Care.</a:t>
            </a:r>
            <a:r>
              <a:rPr sz="1150" spc="40" dirty="0">
                <a:solidFill>
                  <a:srgbClr val="E6F5FF"/>
                </a:solidFill>
                <a:latin typeface="Arial"/>
                <a:cs typeface="Arial"/>
              </a:rPr>
              <a:t> </a:t>
            </a:r>
            <a:r>
              <a:rPr sz="1150" spc="45" dirty="0">
                <a:solidFill>
                  <a:srgbClr val="E6F5FF"/>
                </a:solidFill>
                <a:latin typeface="Arial"/>
                <a:cs typeface="Arial"/>
              </a:rPr>
              <a:t>London,</a:t>
            </a:r>
            <a:r>
              <a:rPr sz="1150" spc="35" dirty="0">
                <a:solidFill>
                  <a:srgbClr val="E6F5FF"/>
                </a:solidFill>
                <a:latin typeface="Arial"/>
                <a:cs typeface="Arial"/>
              </a:rPr>
              <a:t> </a:t>
            </a:r>
            <a:r>
              <a:rPr sz="1150" spc="-30" dirty="0">
                <a:solidFill>
                  <a:srgbClr val="E6F5FF"/>
                </a:solidFill>
                <a:latin typeface="Arial"/>
                <a:cs typeface="Arial"/>
              </a:rPr>
              <a:t>U.K.:</a:t>
            </a:r>
            <a:r>
              <a:rPr sz="1150" spc="35" dirty="0">
                <a:solidFill>
                  <a:srgbClr val="E6F5FF"/>
                </a:solidFill>
                <a:latin typeface="Arial"/>
                <a:cs typeface="Arial"/>
              </a:rPr>
              <a:t> </a:t>
            </a:r>
            <a:r>
              <a:rPr sz="1150" dirty="0">
                <a:solidFill>
                  <a:srgbClr val="E6F5FF"/>
                </a:solidFill>
                <a:latin typeface="Arial"/>
                <a:cs typeface="Arial"/>
              </a:rPr>
              <a:t>Academic</a:t>
            </a:r>
            <a:r>
              <a:rPr sz="1150" spc="40" dirty="0">
                <a:solidFill>
                  <a:srgbClr val="E6F5FF"/>
                </a:solidFill>
                <a:latin typeface="Arial"/>
                <a:cs typeface="Arial"/>
              </a:rPr>
              <a:t> </a:t>
            </a:r>
            <a:r>
              <a:rPr sz="1150" dirty="0">
                <a:solidFill>
                  <a:srgbClr val="E6F5FF"/>
                </a:solidFill>
                <a:latin typeface="Arial"/>
                <a:cs typeface="Arial"/>
              </a:rPr>
              <a:t>Press,</a:t>
            </a:r>
            <a:r>
              <a:rPr sz="1150" spc="35" dirty="0">
                <a:solidFill>
                  <a:srgbClr val="E6F5FF"/>
                </a:solidFill>
                <a:latin typeface="Arial"/>
                <a:cs typeface="Arial"/>
              </a:rPr>
              <a:t> </a:t>
            </a:r>
            <a:r>
              <a:rPr sz="1150" spc="-10" dirty="0">
                <a:solidFill>
                  <a:srgbClr val="E6F5FF"/>
                </a:solidFill>
                <a:latin typeface="Arial"/>
                <a:cs typeface="Arial"/>
              </a:rPr>
              <a:t>2016.</a:t>
            </a:r>
            <a:endParaRPr sz="1150">
              <a:latin typeface="Arial"/>
              <a:cs typeface="Arial"/>
            </a:endParaRPr>
          </a:p>
          <a:p>
            <a:pPr>
              <a:lnSpc>
                <a:spcPct val="100000"/>
              </a:lnSpc>
              <a:spcBef>
                <a:spcPts val="409"/>
              </a:spcBef>
              <a:buAutoNum type="arabicPlain"/>
            </a:pPr>
            <a:endParaRPr sz="1150">
              <a:latin typeface="Arial"/>
              <a:cs typeface="Arial"/>
            </a:endParaRPr>
          </a:p>
          <a:p>
            <a:pPr marL="309880" indent="-297180">
              <a:lnSpc>
                <a:spcPct val="100000"/>
              </a:lnSpc>
              <a:buAutoNum type="arabicPlain"/>
              <a:tabLst>
                <a:tab pos="309880" algn="l"/>
              </a:tabLst>
            </a:pPr>
            <a:r>
              <a:rPr sz="1150" dirty="0">
                <a:solidFill>
                  <a:srgbClr val="E6F5FF"/>
                </a:solidFill>
                <a:latin typeface="Arial"/>
                <a:cs typeface="Arial"/>
              </a:rPr>
              <a:t>H. </a:t>
            </a:r>
            <a:r>
              <a:rPr sz="1150" spc="-20" dirty="0">
                <a:solidFill>
                  <a:srgbClr val="E6F5FF"/>
                </a:solidFill>
                <a:latin typeface="Arial"/>
                <a:cs typeface="Arial"/>
              </a:rPr>
              <a:t>Yang,</a:t>
            </a:r>
            <a:r>
              <a:rPr sz="1150" spc="5" dirty="0">
                <a:solidFill>
                  <a:srgbClr val="E6F5FF"/>
                </a:solidFill>
                <a:latin typeface="Arial"/>
                <a:cs typeface="Arial"/>
              </a:rPr>
              <a:t> </a:t>
            </a:r>
            <a:r>
              <a:rPr sz="1150" dirty="0">
                <a:solidFill>
                  <a:srgbClr val="E6F5FF"/>
                </a:solidFill>
                <a:latin typeface="Arial"/>
                <a:cs typeface="Arial"/>
              </a:rPr>
              <a:t>J.</a:t>
            </a:r>
            <a:r>
              <a:rPr sz="1150" spc="5" dirty="0">
                <a:solidFill>
                  <a:srgbClr val="E6F5FF"/>
                </a:solidFill>
                <a:latin typeface="Arial"/>
                <a:cs typeface="Arial"/>
              </a:rPr>
              <a:t> </a:t>
            </a:r>
            <a:r>
              <a:rPr sz="1150" spc="-30" dirty="0">
                <a:solidFill>
                  <a:srgbClr val="E6F5FF"/>
                </a:solidFill>
                <a:latin typeface="Arial"/>
                <a:cs typeface="Arial"/>
              </a:rPr>
              <a:t>Yu,</a:t>
            </a:r>
            <a:r>
              <a:rPr sz="1150" dirty="0">
                <a:solidFill>
                  <a:srgbClr val="E6F5FF"/>
                </a:solidFill>
                <a:latin typeface="Arial"/>
                <a:cs typeface="Arial"/>
              </a:rPr>
              <a:t> </a:t>
            </a:r>
            <a:r>
              <a:rPr sz="1150" spc="50" dirty="0">
                <a:solidFill>
                  <a:srgbClr val="E6F5FF"/>
                </a:solidFill>
                <a:latin typeface="Arial"/>
                <a:cs typeface="Arial"/>
              </a:rPr>
              <a:t>and</a:t>
            </a:r>
            <a:r>
              <a:rPr sz="1150" spc="5" dirty="0">
                <a:solidFill>
                  <a:srgbClr val="E6F5FF"/>
                </a:solidFill>
                <a:latin typeface="Arial"/>
                <a:cs typeface="Arial"/>
              </a:rPr>
              <a:t> </a:t>
            </a:r>
            <a:r>
              <a:rPr sz="1150" spc="-20" dirty="0">
                <a:solidFill>
                  <a:srgbClr val="E6F5FF"/>
                </a:solidFill>
                <a:latin typeface="Arial"/>
                <a:cs typeface="Arial"/>
              </a:rPr>
              <a:t>X.</a:t>
            </a:r>
            <a:r>
              <a:rPr sz="1150" spc="5" dirty="0">
                <a:solidFill>
                  <a:srgbClr val="E6F5FF"/>
                </a:solidFill>
                <a:latin typeface="Arial"/>
                <a:cs typeface="Arial"/>
              </a:rPr>
              <a:t> </a:t>
            </a:r>
            <a:r>
              <a:rPr sz="1150" dirty="0">
                <a:solidFill>
                  <a:srgbClr val="E6F5FF"/>
                </a:solidFill>
                <a:latin typeface="Arial"/>
                <a:cs typeface="Arial"/>
              </a:rPr>
              <a:t>Luo,</a:t>
            </a:r>
            <a:r>
              <a:rPr sz="1150" spc="5" dirty="0">
                <a:solidFill>
                  <a:srgbClr val="E6F5FF"/>
                </a:solidFill>
                <a:latin typeface="Arial"/>
                <a:cs typeface="Arial"/>
              </a:rPr>
              <a:t> </a:t>
            </a:r>
            <a:r>
              <a:rPr sz="1150" spc="55" dirty="0">
                <a:solidFill>
                  <a:srgbClr val="E6F5FF"/>
                </a:solidFill>
                <a:latin typeface="Arial"/>
                <a:cs typeface="Arial"/>
              </a:rPr>
              <a:t>“Artificial</a:t>
            </a:r>
            <a:r>
              <a:rPr sz="1150" dirty="0">
                <a:solidFill>
                  <a:srgbClr val="E6F5FF"/>
                </a:solidFill>
                <a:latin typeface="Arial"/>
                <a:cs typeface="Arial"/>
              </a:rPr>
              <a:t> </a:t>
            </a:r>
            <a:r>
              <a:rPr sz="1150" spc="45" dirty="0">
                <a:solidFill>
                  <a:srgbClr val="E6F5FF"/>
                </a:solidFill>
                <a:latin typeface="Arial"/>
                <a:cs typeface="Arial"/>
              </a:rPr>
              <a:t>Intelligence</a:t>
            </a:r>
            <a:r>
              <a:rPr sz="1150" spc="5" dirty="0">
                <a:solidFill>
                  <a:srgbClr val="E6F5FF"/>
                </a:solidFill>
                <a:latin typeface="Arial"/>
                <a:cs typeface="Arial"/>
              </a:rPr>
              <a:t> </a:t>
            </a:r>
            <a:r>
              <a:rPr sz="1150" dirty="0">
                <a:solidFill>
                  <a:srgbClr val="E6F5FF"/>
                </a:solidFill>
                <a:latin typeface="Arial"/>
                <a:cs typeface="Arial"/>
              </a:rPr>
              <a:t>Enabled</a:t>
            </a:r>
            <a:r>
              <a:rPr sz="1150" spc="5" dirty="0">
                <a:solidFill>
                  <a:srgbClr val="E6F5FF"/>
                </a:solidFill>
                <a:latin typeface="Arial"/>
                <a:cs typeface="Arial"/>
              </a:rPr>
              <a:t> </a:t>
            </a:r>
            <a:r>
              <a:rPr sz="1150" spc="50" dirty="0">
                <a:solidFill>
                  <a:srgbClr val="E6F5FF"/>
                </a:solidFill>
                <a:latin typeface="Arial"/>
                <a:cs typeface="Arial"/>
              </a:rPr>
              <a:t>Health</a:t>
            </a:r>
            <a:r>
              <a:rPr sz="1150" dirty="0">
                <a:solidFill>
                  <a:srgbClr val="E6F5FF"/>
                </a:solidFill>
                <a:latin typeface="Arial"/>
                <a:cs typeface="Arial"/>
              </a:rPr>
              <a:t> </a:t>
            </a:r>
            <a:r>
              <a:rPr sz="1150" spc="60" dirty="0">
                <a:solidFill>
                  <a:srgbClr val="E6F5FF"/>
                </a:solidFill>
                <a:latin typeface="Arial"/>
                <a:cs typeface="Arial"/>
              </a:rPr>
              <a:t>Monitoring</a:t>
            </a:r>
            <a:r>
              <a:rPr sz="1150" spc="5" dirty="0">
                <a:solidFill>
                  <a:srgbClr val="E6F5FF"/>
                </a:solidFill>
                <a:latin typeface="Arial"/>
                <a:cs typeface="Arial"/>
              </a:rPr>
              <a:t> </a:t>
            </a:r>
            <a:r>
              <a:rPr sz="1150" dirty="0">
                <a:solidFill>
                  <a:srgbClr val="E6F5FF"/>
                </a:solidFill>
                <a:latin typeface="Arial"/>
                <a:cs typeface="Arial"/>
              </a:rPr>
              <a:t>Systems,”</a:t>
            </a:r>
            <a:r>
              <a:rPr sz="1150" spc="5" dirty="0">
                <a:solidFill>
                  <a:srgbClr val="E6F5FF"/>
                </a:solidFill>
                <a:latin typeface="Arial"/>
                <a:cs typeface="Arial"/>
              </a:rPr>
              <a:t> </a:t>
            </a:r>
            <a:r>
              <a:rPr sz="1150" spc="-65" dirty="0">
                <a:solidFill>
                  <a:srgbClr val="E6F5FF"/>
                </a:solidFill>
                <a:latin typeface="Arial"/>
                <a:cs typeface="Arial"/>
              </a:rPr>
              <a:t>IEEE</a:t>
            </a:r>
            <a:r>
              <a:rPr sz="1150" spc="5" dirty="0">
                <a:solidFill>
                  <a:srgbClr val="E6F5FF"/>
                </a:solidFill>
                <a:latin typeface="Arial"/>
                <a:cs typeface="Arial"/>
              </a:rPr>
              <a:t> </a:t>
            </a:r>
            <a:r>
              <a:rPr sz="1150" dirty="0">
                <a:solidFill>
                  <a:srgbClr val="E6F5FF"/>
                </a:solidFill>
                <a:latin typeface="Arial"/>
                <a:cs typeface="Arial"/>
              </a:rPr>
              <a:t>Access, </a:t>
            </a:r>
            <a:r>
              <a:rPr sz="1150" spc="50" dirty="0">
                <a:solidFill>
                  <a:srgbClr val="E6F5FF"/>
                </a:solidFill>
                <a:latin typeface="Arial"/>
                <a:cs typeface="Arial"/>
              </a:rPr>
              <a:t>vol.</a:t>
            </a:r>
            <a:r>
              <a:rPr sz="1150" spc="5" dirty="0">
                <a:solidFill>
                  <a:srgbClr val="E6F5FF"/>
                </a:solidFill>
                <a:latin typeface="Arial"/>
                <a:cs typeface="Arial"/>
              </a:rPr>
              <a:t> </a:t>
            </a:r>
            <a:r>
              <a:rPr sz="1150" dirty="0">
                <a:solidFill>
                  <a:srgbClr val="E6F5FF"/>
                </a:solidFill>
                <a:latin typeface="Arial"/>
                <a:cs typeface="Arial"/>
              </a:rPr>
              <a:t>8,</a:t>
            </a:r>
            <a:r>
              <a:rPr sz="1150" spc="5" dirty="0">
                <a:solidFill>
                  <a:srgbClr val="E6F5FF"/>
                </a:solidFill>
                <a:latin typeface="Arial"/>
                <a:cs typeface="Arial"/>
              </a:rPr>
              <a:t> </a:t>
            </a:r>
            <a:r>
              <a:rPr sz="1150" dirty="0">
                <a:solidFill>
                  <a:srgbClr val="E6F5FF"/>
                </a:solidFill>
                <a:latin typeface="Arial"/>
                <a:cs typeface="Arial"/>
              </a:rPr>
              <a:t>pp.</a:t>
            </a:r>
            <a:r>
              <a:rPr sz="1150" spc="5" dirty="0">
                <a:solidFill>
                  <a:srgbClr val="E6F5FF"/>
                </a:solidFill>
                <a:latin typeface="Arial"/>
                <a:cs typeface="Arial"/>
              </a:rPr>
              <a:t> </a:t>
            </a:r>
            <a:r>
              <a:rPr sz="1150" dirty="0">
                <a:solidFill>
                  <a:srgbClr val="E6F5FF"/>
                </a:solidFill>
                <a:latin typeface="Arial"/>
                <a:cs typeface="Arial"/>
              </a:rPr>
              <a:t>123456–123470, </a:t>
            </a:r>
            <a:r>
              <a:rPr sz="1150" spc="-10" dirty="0">
                <a:solidFill>
                  <a:srgbClr val="E6F5FF"/>
                </a:solidFill>
                <a:latin typeface="Arial"/>
                <a:cs typeface="Arial"/>
              </a:rPr>
              <a:t>2020.</a:t>
            </a:r>
            <a:endParaRPr sz="1150">
              <a:latin typeface="Arial"/>
              <a:cs typeface="Arial"/>
            </a:endParaRPr>
          </a:p>
          <a:p>
            <a:pPr>
              <a:lnSpc>
                <a:spcPct val="100000"/>
              </a:lnSpc>
              <a:spcBef>
                <a:spcPts val="409"/>
              </a:spcBef>
              <a:buAutoNum type="arabicPlain"/>
            </a:pPr>
            <a:endParaRPr sz="1150">
              <a:latin typeface="Arial"/>
              <a:cs typeface="Arial"/>
            </a:endParaRPr>
          </a:p>
          <a:p>
            <a:pPr marL="314960" indent="-302260">
              <a:lnSpc>
                <a:spcPct val="100000"/>
              </a:lnSpc>
              <a:buAutoNum type="arabicPlain"/>
              <a:tabLst>
                <a:tab pos="314960" algn="l"/>
              </a:tabLst>
            </a:pPr>
            <a:r>
              <a:rPr sz="1150" dirty="0">
                <a:solidFill>
                  <a:srgbClr val="E6F5FF"/>
                </a:solidFill>
                <a:latin typeface="Arial"/>
                <a:cs typeface="Arial"/>
              </a:rPr>
              <a:t>A.</a:t>
            </a:r>
            <a:r>
              <a:rPr sz="1150" spc="40" dirty="0">
                <a:solidFill>
                  <a:srgbClr val="E6F5FF"/>
                </a:solidFill>
                <a:latin typeface="Arial"/>
                <a:cs typeface="Arial"/>
              </a:rPr>
              <a:t> </a:t>
            </a:r>
            <a:r>
              <a:rPr sz="1150" spc="55" dirty="0">
                <a:solidFill>
                  <a:srgbClr val="E6F5FF"/>
                </a:solidFill>
                <a:latin typeface="Arial"/>
                <a:cs typeface="Arial"/>
              </a:rPr>
              <a:t>Bohr</a:t>
            </a:r>
            <a:r>
              <a:rPr sz="1150" spc="45" dirty="0">
                <a:solidFill>
                  <a:srgbClr val="E6F5FF"/>
                </a:solidFill>
                <a:latin typeface="Arial"/>
                <a:cs typeface="Arial"/>
              </a:rPr>
              <a:t> </a:t>
            </a:r>
            <a:r>
              <a:rPr sz="1150" spc="50" dirty="0">
                <a:solidFill>
                  <a:srgbClr val="E6F5FF"/>
                </a:solidFill>
                <a:latin typeface="Arial"/>
                <a:cs typeface="Arial"/>
              </a:rPr>
              <a:t>and</a:t>
            </a:r>
            <a:r>
              <a:rPr sz="1150" spc="40" dirty="0">
                <a:solidFill>
                  <a:srgbClr val="E6F5FF"/>
                </a:solidFill>
                <a:latin typeface="Arial"/>
                <a:cs typeface="Arial"/>
              </a:rPr>
              <a:t> </a:t>
            </a:r>
            <a:r>
              <a:rPr sz="1150" spc="-10" dirty="0">
                <a:solidFill>
                  <a:srgbClr val="E6F5FF"/>
                </a:solidFill>
                <a:latin typeface="Arial"/>
                <a:cs typeface="Arial"/>
              </a:rPr>
              <a:t>K.</a:t>
            </a:r>
            <a:r>
              <a:rPr sz="1150" spc="45" dirty="0">
                <a:solidFill>
                  <a:srgbClr val="E6F5FF"/>
                </a:solidFill>
                <a:latin typeface="Arial"/>
                <a:cs typeface="Arial"/>
              </a:rPr>
              <a:t> </a:t>
            </a:r>
            <a:r>
              <a:rPr sz="1150" dirty="0">
                <a:solidFill>
                  <a:srgbClr val="E6F5FF"/>
                </a:solidFill>
                <a:latin typeface="Arial"/>
                <a:cs typeface="Arial"/>
              </a:rPr>
              <a:t>Memarzadeh,</a:t>
            </a:r>
            <a:r>
              <a:rPr sz="1150" spc="40" dirty="0">
                <a:solidFill>
                  <a:srgbClr val="E6F5FF"/>
                </a:solidFill>
                <a:latin typeface="Arial"/>
                <a:cs typeface="Arial"/>
              </a:rPr>
              <a:t> </a:t>
            </a:r>
            <a:r>
              <a:rPr sz="1150" spc="60" dirty="0">
                <a:solidFill>
                  <a:srgbClr val="E6F5FF"/>
                </a:solidFill>
                <a:latin typeface="Arial"/>
                <a:cs typeface="Arial"/>
              </a:rPr>
              <a:t>Artificial</a:t>
            </a:r>
            <a:r>
              <a:rPr sz="1150" spc="40" dirty="0">
                <a:solidFill>
                  <a:srgbClr val="E6F5FF"/>
                </a:solidFill>
                <a:latin typeface="Arial"/>
                <a:cs typeface="Arial"/>
              </a:rPr>
              <a:t> </a:t>
            </a:r>
            <a:r>
              <a:rPr sz="1150" spc="45" dirty="0">
                <a:solidFill>
                  <a:srgbClr val="E6F5FF"/>
                </a:solidFill>
                <a:latin typeface="Arial"/>
                <a:cs typeface="Arial"/>
              </a:rPr>
              <a:t>Intelligence </a:t>
            </a:r>
            <a:r>
              <a:rPr sz="1150" spc="60" dirty="0">
                <a:solidFill>
                  <a:srgbClr val="E6F5FF"/>
                </a:solidFill>
                <a:latin typeface="Arial"/>
                <a:cs typeface="Arial"/>
              </a:rPr>
              <a:t>in</a:t>
            </a:r>
            <a:r>
              <a:rPr sz="1150" spc="40" dirty="0">
                <a:solidFill>
                  <a:srgbClr val="E6F5FF"/>
                </a:solidFill>
                <a:latin typeface="Arial"/>
                <a:cs typeface="Arial"/>
              </a:rPr>
              <a:t> </a:t>
            </a:r>
            <a:r>
              <a:rPr sz="1150" dirty="0">
                <a:solidFill>
                  <a:srgbClr val="E6F5FF"/>
                </a:solidFill>
                <a:latin typeface="Arial"/>
                <a:cs typeface="Arial"/>
              </a:rPr>
              <a:t>Healthcare.</a:t>
            </a:r>
            <a:r>
              <a:rPr sz="1150" spc="45" dirty="0">
                <a:solidFill>
                  <a:srgbClr val="E6F5FF"/>
                </a:solidFill>
                <a:latin typeface="Arial"/>
                <a:cs typeface="Arial"/>
              </a:rPr>
              <a:t> London,</a:t>
            </a:r>
            <a:r>
              <a:rPr sz="1150" spc="40" dirty="0">
                <a:solidFill>
                  <a:srgbClr val="E6F5FF"/>
                </a:solidFill>
                <a:latin typeface="Arial"/>
                <a:cs typeface="Arial"/>
              </a:rPr>
              <a:t> </a:t>
            </a:r>
            <a:r>
              <a:rPr sz="1150" spc="-30" dirty="0">
                <a:solidFill>
                  <a:srgbClr val="E6F5FF"/>
                </a:solidFill>
                <a:latin typeface="Arial"/>
                <a:cs typeface="Arial"/>
              </a:rPr>
              <a:t>U.K.:</a:t>
            </a:r>
            <a:r>
              <a:rPr sz="1150" spc="45" dirty="0">
                <a:solidFill>
                  <a:srgbClr val="E6F5FF"/>
                </a:solidFill>
                <a:latin typeface="Arial"/>
                <a:cs typeface="Arial"/>
              </a:rPr>
              <a:t> </a:t>
            </a:r>
            <a:r>
              <a:rPr sz="1150" dirty="0">
                <a:solidFill>
                  <a:srgbClr val="E6F5FF"/>
                </a:solidFill>
                <a:latin typeface="Arial"/>
                <a:cs typeface="Arial"/>
              </a:rPr>
              <a:t>Academic</a:t>
            </a:r>
            <a:r>
              <a:rPr sz="1150" spc="40" dirty="0">
                <a:solidFill>
                  <a:srgbClr val="E6F5FF"/>
                </a:solidFill>
                <a:latin typeface="Arial"/>
                <a:cs typeface="Arial"/>
              </a:rPr>
              <a:t> </a:t>
            </a:r>
            <a:r>
              <a:rPr sz="1150" dirty="0">
                <a:solidFill>
                  <a:srgbClr val="E6F5FF"/>
                </a:solidFill>
                <a:latin typeface="Arial"/>
                <a:cs typeface="Arial"/>
              </a:rPr>
              <a:t>Press,</a:t>
            </a:r>
            <a:r>
              <a:rPr sz="1150" spc="45" dirty="0">
                <a:solidFill>
                  <a:srgbClr val="E6F5FF"/>
                </a:solidFill>
                <a:latin typeface="Arial"/>
                <a:cs typeface="Arial"/>
              </a:rPr>
              <a:t> </a:t>
            </a:r>
            <a:r>
              <a:rPr sz="1150" spc="-10" dirty="0">
                <a:solidFill>
                  <a:srgbClr val="E6F5FF"/>
                </a:solidFill>
                <a:latin typeface="Arial"/>
                <a:cs typeface="Arial"/>
              </a:rPr>
              <a:t>2020.</a:t>
            </a:r>
            <a:endParaRPr sz="1150">
              <a:latin typeface="Arial"/>
              <a:cs typeface="Arial"/>
            </a:endParaRPr>
          </a:p>
          <a:p>
            <a:pPr>
              <a:lnSpc>
                <a:spcPct val="100000"/>
              </a:lnSpc>
              <a:spcBef>
                <a:spcPts val="409"/>
              </a:spcBef>
              <a:buAutoNum type="arabicPlain"/>
            </a:pPr>
            <a:endParaRPr sz="1150">
              <a:latin typeface="Arial"/>
              <a:cs typeface="Arial"/>
            </a:endParaRPr>
          </a:p>
          <a:p>
            <a:pPr marL="290195" indent="-277495">
              <a:lnSpc>
                <a:spcPct val="100000"/>
              </a:lnSpc>
              <a:spcBef>
                <a:spcPts val="5"/>
              </a:spcBef>
              <a:buAutoNum type="arabicPlain"/>
              <a:tabLst>
                <a:tab pos="290195" algn="l"/>
              </a:tabLst>
            </a:pPr>
            <a:r>
              <a:rPr sz="1150" dirty="0">
                <a:solidFill>
                  <a:srgbClr val="E6F5FF"/>
                </a:solidFill>
                <a:latin typeface="Arial"/>
                <a:cs typeface="Arial"/>
              </a:rPr>
              <a:t>J.</a:t>
            </a:r>
            <a:r>
              <a:rPr sz="1150" spc="35" dirty="0">
                <a:solidFill>
                  <a:srgbClr val="E6F5FF"/>
                </a:solidFill>
                <a:latin typeface="Arial"/>
                <a:cs typeface="Arial"/>
              </a:rPr>
              <a:t> </a:t>
            </a:r>
            <a:r>
              <a:rPr sz="1150" dirty="0">
                <a:solidFill>
                  <a:srgbClr val="E6F5FF"/>
                </a:solidFill>
                <a:latin typeface="Arial"/>
                <a:cs typeface="Arial"/>
              </a:rPr>
              <a:t>Hollis,</a:t>
            </a:r>
            <a:r>
              <a:rPr sz="1150" spc="40" dirty="0">
                <a:solidFill>
                  <a:srgbClr val="E6F5FF"/>
                </a:solidFill>
                <a:latin typeface="Arial"/>
                <a:cs typeface="Arial"/>
              </a:rPr>
              <a:t> </a:t>
            </a:r>
            <a:r>
              <a:rPr sz="1150" spc="-30" dirty="0">
                <a:solidFill>
                  <a:srgbClr val="E6F5FF"/>
                </a:solidFill>
                <a:latin typeface="Arial"/>
                <a:cs typeface="Arial"/>
              </a:rPr>
              <a:t>C.</a:t>
            </a:r>
            <a:r>
              <a:rPr sz="1150" spc="40" dirty="0">
                <a:solidFill>
                  <a:srgbClr val="E6F5FF"/>
                </a:solidFill>
                <a:latin typeface="Arial"/>
                <a:cs typeface="Arial"/>
              </a:rPr>
              <a:t> </a:t>
            </a:r>
            <a:r>
              <a:rPr sz="1150" dirty="0">
                <a:solidFill>
                  <a:srgbClr val="E6F5FF"/>
                </a:solidFill>
                <a:latin typeface="Arial"/>
                <a:cs typeface="Arial"/>
              </a:rPr>
              <a:t>Falconer,</a:t>
            </a:r>
            <a:r>
              <a:rPr sz="1150" spc="40" dirty="0">
                <a:solidFill>
                  <a:srgbClr val="E6F5FF"/>
                </a:solidFill>
                <a:latin typeface="Arial"/>
                <a:cs typeface="Arial"/>
              </a:rPr>
              <a:t> </a:t>
            </a:r>
            <a:r>
              <a:rPr sz="1150" dirty="0">
                <a:solidFill>
                  <a:srgbClr val="E6F5FF"/>
                </a:solidFill>
                <a:latin typeface="Arial"/>
                <a:cs typeface="Arial"/>
              </a:rPr>
              <a:t>M.</a:t>
            </a:r>
            <a:r>
              <a:rPr sz="1150" spc="35" dirty="0">
                <a:solidFill>
                  <a:srgbClr val="E6F5FF"/>
                </a:solidFill>
                <a:latin typeface="Arial"/>
                <a:cs typeface="Arial"/>
              </a:rPr>
              <a:t> </a:t>
            </a:r>
            <a:r>
              <a:rPr sz="1150" spc="50" dirty="0">
                <a:solidFill>
                  <a:srgbClr val="E6F5FF"/>
                </a:solidFill>
                <a:latin typeface="Arial"/>
                <a:cs typeface="Arial"/>
              </a:rPr>
              <a:t>Martin,</a:t>
            </a:r>
            <a:r>
              <a:rPr sz="1150" spc="40" dirty="0">
                <a:solidFill>
                  <a:srgbClr val="E6F5FF"/>
                </a:solidFill>
                <a:latin typeface="Arial"/>
                <a:cs typeface="Arial"/>
              </a:rPr>
              <a:t> </a:t>
            </a:r>
            <a:r>
              <a:rPr sz="1150" spc="75" dirty="0">
                <a:solidFill>
                  <a:srgbClr val="E6F5FF"/>
                </a:solidFill>
                <a:latin typeface="Arial"/>
                <a:cs typeface="Arial"/>
              </a:rPr>
              <a:t>et</a:t>
            </a:r>
            <a:r>
              <a:rPr sz="1150" spc="40" dirty="0">
                <a:solidFill>
                  <a:srgbClr val="E6F5FF"/>
                </a:solidFill>
                <a:latin typeface="Arial"/>
                <a:cs typeface="Arial"/>
              </a:rPr>
              <a:t> </a:t>
            </a:r>
            <a:r>
              <a:rPr sz="1150" dirty="0">
                <a:solidFill>
                  <a:srgbClr val="E6F5FF"/>
                </a:solidFill>
                <a:latin typeface="Arial"/>
                <a:cs typeface="Arial"/>
              </a:rPr>
              <a:t>al.,</a:t>
            </a:r>
            <a:r>
              <a:rPr sz="1150" spc="40" dirty="0">
                <a:solidFill>
                  <a:srgbClr val="E6F5FF"/>
                </a:solidFill>
                <a:latin typeface="Arial"/>
                <a:cs typeface="Arial"/>
              </a:rPr>
              <a:t> </a:t>
            </a:r>
            <a:r>
              <a:rPr sz="1150" dirty="0">
                <a:solidFill>
                  <a:srgbClr val="E6F5FF"/>
                </a:solidFill>
                <a:latin typeface="Arial"/>
                <a:cs typeface="Arial"/>
              </a:rPr>
              <a:t>“Annual</a:t>
            </a:r>
            <a:r>
              <a:rPr sz="1150" spc="40" dirty="0">
                <a:solidFill>
                  <a:srgbClr val="E6F5FF"/>
                </a:solidFill>
                <a:latin typeface="Arial"/>
                <a:cs typeface="Arial"/>
              </a:rPr>
              <a:t> </a:t>
            </a:r>
            <a:r>
              <a:rPr sz="1150" dirty="0">
                <a:solidFill>
                  <a:srgbClr val="E6F5FF"/>
                </a:solidFill>
                <a:latin typeface="Arial"/>
                <a:cs typeface="Arial"/>
              </a:rPr>
              <a:t>Research</a:t>
            </a:r>
            <a:r>
              <a:rPr sz="1150" spc="35" dirty="0">
                <a:solidFill>
                  <a:srgbClr val="E6F5FF"/>
                </a:solidFill>
                <a:latin typeface="Arial"/>
                <a:cs typeface="Arial"/>
              </a:rPr>
              <a:t> </a:t>
            </a:r>
            <a:r>
              <a:rPr sz="1150" dirty="0">
                <a:solidFill>
                  <a:srgbClr val="E6F5FF"/>
                </a:solidFill>
                <a:latin typeface="Arial"/>
                <a:cs typeface="Arial"/>
              </a:rPr>
              <a:t>Review:</a:t>
            </a:r>
            <a:r>
              <a:rPr sz="1150" spc="40" dirty="0">
                <a:solidFill>
                  <a:srgbClr val="E6F5FF"/>
                </a:solidFill>
                <a:latin typeface="Arial"/>
                <a:cs typeface="Arial"/>
              </a:rPr>
              <a:t> </a:t>
            </a:r>
            <a:r>
              <a:rPr sz="1150" spc="45" dirty="0">
                <a:solidFill>
                  <a:srgbClr val="E6F5FF"/>
                </a:solidFill>
                <a:latin typeface="Arial"/>
                <a:cs typeface="Arial"/>
              </a:rPr>
              <a:t>Digital</a:t>
            </a:r>
            <a:r>
              <a:rPr sz="1150" spc="40" dirty="0">
                <a:solidFill>
                  <a:srgbClr val="E6F5FF"/>
                </a:solidFill>
                <a:latin typeface="Arial"/>
                <a:cs typeface="Arial"/>
              </a:rPr>
              <a:t> </a:t>
            </a:r>
            <a:r>
              <a:rPr sz="1150" spc="50" dirty="0">
                <a:solidFill>
                  <a:srgbClr val="E6F5FF"/>
                </a:solidFill>
                <a:latin typeface="Arial"/>
                <a:cs typeface="Arial"/>
              </a:rPr>
              <a:t>Health</a:t>
            </a:r>
            <a:r>
              <a:rPr sz="1150" spc="40" dirty="0">
                <a:solidFill>
                  <a:srgbClr val="E6F5FF"/>
                </a:solidFill>
                <a:latin typeface="Arial"/>
                <a:cs typeface="Arial"/>
              </a:rPr>
              <a:t> </a:t>
            </a:r>
            <a:r>
              <a:rPr sz="1150" spc="55" dirty="0">
                <a:solidFill>
                  <a:srgbClr val="E6F5FF"/>
                </a:solidFill>
                <a:latin typeface="Arial"/>
                <a:cs typeface="Arial"/>
              </a:rPr>
              <a:t>Interventions</a:t>
            </a:r>
            <a:r>
              <a:rPr sz="1150" spc="35" dirty="0">
                <a:solidFill>
                  <a:srgbClr val="E6F5FF"/>
                </a:solidFill>
                <a:latin typeface="Arial"/>
                <a:cs typeface="Arial"/>
              </a:rPr>
              <a:t> </a:t>
            </a:r>
            <a:r>
              <a:rPr sz="1150" spc="80" dirty="0">
                <a:solidFill>
                  <a:srgbClr val="E6F5FF"/>
                </a:solidFill>
                <a:latin typeface="Arial"/>
                <a:cs typeface="Arial"/>
              </a:rPr>
              <a:t>for</a:t>
            </a:r>
            <a:r>
              <a:rPr sz="1150" spc="40" dirty="0">
                <a:solidFill>
                  <a:srgbClr val="E6F5FF"/>
                </a:solidFill>
                <a:latin typeface="Arial"/>
                <a:cs typeface="Arial"/>
              </a:rPr>
              <a:t> </a:t>
            </a:r>
            <a:r>
              <a:rPr sz="1150" spc="50" dirty="0">
                <a:solidFill>
                  <a:srgbClr val="E6F5FF"/>
                </a:solidFill>
                <a:latin typeface="Arial"/>
                <a:cs typeface="Arial"/>
              </a:rPr>
              <a:t>Children</a:t>
            </a:r>
            <a:r>
              <a:rPr sz="1150" spc="40" dirty="0">
                <a:solidFill>
                  <a:srgbClr val="E6F5FF"/>
                </a:solidFill>
                <a:latin typeface="Arial"/>
                <a:cs typeface="Arial"/>
              </a:rPr>
              <a:t> </a:t>
            </a:r>
            <a:r>
              <a:rPr sz="1150" spc="50" dirty="0">
                <a:solidFill>
                  <a:srgbClr val="E6F5FF"/>
                </a:solidFill>
                <a:latin typeface="Arial"/>
                <a:cs typeface="Arial"/>
              </a:rPr>
              <a:t>and</a:t>
            </a:r>
            <a:r>
              <a:rPr sz="1150" spc="40" dirty="0">
                <a:solidFill>
                  <a:srgbClr val="E6F5FF"/>
                </a:solidFill>
                <a:latin typeface="Arial"/>
                <a:cs typeface="Arial"/>
              </a:rPr>
              <a:t> </a:t>
            </a:r>
            <a:r>
              <a:rPr sz="1150" dirty="0">
                <a:solidFill>
                  <a:srgbClr val="E6F5FF"/>
                </a:solidFill>
                <a:latin typeface="Arial"/>
                <a:cs typeface="Arial"/>
              </a:rPr>
              <a:t>Young</a:t>
            </a:r>
            <a:r>
              <a:rPr sz="1150" spc="40" dirty="0">
                <a:solidFill>
                  <a:srgbClr val="E6F5FF"/>
                </a:solidFill>
                <a:latin typeface="Arial"/>
                <a:cs typeface="Arial"/>
              </a:rPr>
              <a:t> </a:t>
            </a:r>
            <a:r>
              <a:rPr sz="1150" dirty="0">
                <a:solidFill>
                  <a:srgbClr val="E6F5FF"/>
                </a:solidFill>
                <a:latin typeface="Arial"/>
                <a:cs typeface="Arial"/>
              </a:rPr>
              <a:t>People,”</a:t>
            </a:r>
            <a:r>
              <a:rPr sz="1150" spc="35" dirty="0">
                <a:solidFill>
                  <a:srgbClr val="E6F5FF"/>
                </a:solidFill>
                <a:latin typeface="Arial"/>
                <a:cs typeface="Arial"/>
              </a:rPr>
              <a:t> </a:t>
            </a:r>
            <a:r>
              <a:rPr sz="1150" spc="55" dirty="0">
                <a:solidFill>
                  <a:srgbClr val="E6F5FF"/>
                </a:solidFill>
                <a:latin typeface="Arial"/>
                <a:cs typeface="Arial"/>
              </a:rPr>
              <a:t>Journal</a:t>
            </a:r>
            <a:r>
              <a:rPr sz="1150" spc="40" dirty="0">
                <a:solidFill>
                  <a:srgbClr val="E6F5FF"/>
                </a:solidFill>
                <a:latin typeface="Arial"/>
                <a:cs typeface="Arial"/>
              </a:rPr>
              <a:t> </a:t>
            </a:r>
            <a:r>
              <a:rPr sz="1150" spc="85" dirty="0">
                <a:solidFill>
                  <a:srgbClr val="E6F5FF"/>
                </a:solidFill>
                <a:latin typeface="Arial"/>
                <a:cs typeface="Arial"/>
              </a:rPr>
              <a:t>of</a:t>
            </a:r>
            <a:r>
              <a:rPr sz="1150" spc="40" dirty="0">
                <a:solidFill>
                  <a:srgbClr val="E6F5FF"/>
                </a:solidFill>
                <a:latin typeface="Arial"/>
                <a:cs typeface="Arial"/>
              </a:rPr>
              <a:t> </a:t>
            </a:r>
            <a:r>
              <a:rPr sz="1150" spc="50" dirty="0">
                <a:solidFill>
                  <a:srgbClr val="E6F5FF"/>
                </a:solidFill>
                <a:latin typeface="Arial"/>
                <a:cs typeface="Arial"/>
              </a:rPr>
              <a:t>Child</a:t>
            </a:r>
            <a:r>
              <a:rPr sz="1150" spc="40" dirty="0">
                <a:solidFill>
                  <a:srgbClr val="E6F5FF"/>
                </a:solidFill>
                <a:latin typeface="Arial"/>
                <a:cs typeface="Arial"/>
              </a:rPr>
              <a:t> </a:t>
            </a:r>
            <a:r>
              <a:rPr sz="1150" dirty="0">
                <a:solidFill>
                  <a:srgbClr val="E6F5FF"/>
                </a:solidFill>
                <a:latin typeface="Arial"/>
                <a:cs typeface="Arial"/>
              </a:rPr>
              <a:t>Psychology</a:t>
            </a:r>
            <a:r>
              <a:rPr sz="1150" spc="35" dirty="0">
                <a:solidFill>
                  <a:srgbClr val="E6F5FF"/>
                </a:solidFill>
                <a:latin typeface="Arial"/>
                <a:cs typeface="Arial"/>
              </a:rPr>
              <a:t> </a:t>
            </a:r>
            <a:r>
              <a:rPr sz="1150" spc="50" dirty="0">
                <a:solidFill>
                  <a:srgbClr val="E6F5FF"/>
                </a:solidFill>
                <a:latin typeface="Arial"/>
                <a:cs typeface="Arial"/>
              </a:rPr>
              <a:t>and</a:t>
            </a:r>
            <a:r>
              <a:rPr sz="1150" spc="40" dirty="0">
                <a:solidFill>
                  <a:srgbClr val="E6F5FF"/>
                </a:solidFill>
                <a:latin typeface="Arial"/>
                <a:cs typeface="Arial"/>
              </a:rPr>
              <a:t> </a:t>
            </a:r>
            <a:r>
              <a:rPr sz="1150" dirty="0">
                <a:solidFill>
                  <a:srgbClr val="E6F5FF"/>
                </a:solidFill>
                <a:latin typeface="Arial"/>
                <a:cs typeface="Arial"/>
              </a:rPr>
              <a:t>Psychiatry,</a:t>
            </a:r>
            <a:r>
              <a:rPr sz="1150" spc="40" dirty="0">
                <a:solidFill>
                  <a:srgbClr val="E6F5FF"/>
                </a:solidFill>
                <a:latin typeface="Arial"/>
                <a:cs typeface="Arial"/>
              </a:rPr>
              <a:t> </a:t>
            </a:r>
            <a:r>
              <a:rPr sz="1150" spc="50" dirty="0">
                <a:solidFill>
                  <a:srgbClr val="E6F5FF"/>
                </a:solidFill>
                <a:latin typeface="Arial"/>
                <a:cs typeface="Arial"/>
              </a:rPr>
              <a:t>vol.</a:t>
            </a:r>
            <a:r>
              <a:rPr sz="1150" spc="40" dirty="0">
                <a:solidFill>
                  <a:srgbClr val="E6F5FF"/>
                </a:solidFill>
                <a:latin typeface="Arial"/>
                <a:cs typeface="Arial"/>
              </a:rPr>
              <a:t> </a:t>
            </a:r>
            <a:r>
              <a:rPr sz="1150" dirty="0">
                <a:solidFill>
                  <a:srgbClr val="E6F5FF"/>
                </a:solidFill>
                <a:latin typeface="Arial"/>
                <a:cs typeface="Arial"/>
              </a:rPr>
              <a:t>58,</a:t>
            </a:r>
            <a:r>
              <a:rPr sz="1150" spc="40" dirty="0">
                <a:solidFill>
                  <a:srgbClr val="E6F5FF"/>
                </a:solidFill>
                <a:latin typeface="Arial"/>
                <a:cs typeface="Arial"/>
              </a:rPr>
              <a:t> </a:t>
            </a:r>
            <a:r>
              <a:rPr sz="1150" dirty="0">
                <a:solidFill>
                  <a:srgbClr val="E6F5FF"/>
                </a:solidFill>
                <a:latin typeface="Arial"/>
                <a:cs typeface="Arial"/>
              </a:rPr>
              <a:t>no.</a:t>
            </a:r>
            <a:r>
              <a:rPr sz="1150" spc="35" dirty="0">
                <a:solidFill>
                  <a:srgbClr val="E6F5FF"/>
                </a:solidFill>
                <a:latin typeface="Arial"/>
                <a:cs typeface="Arial"/>
              </a:rPr>
              <a:t> </a:t>
            </a:r>
            <a:r>
              <a:rPr sz="1150" dirty="0">
                <a:solidFill>
                  <a:srgbClr val="E6F5FF"/>
                </a:solidFill>
                <a:latin typeface="Arial"/>
                <a:cs typeface="Arial"/>
              </a:rPr>
              <a:t>4,</a:t>
            </a:r>
            <a:r>
              <a:rPr sz="1150" spc="40" dirty="0">
                <a:solidFill>
                  <a:srgbClr val="E6F5FF"/>
                </a:solidFill>
                <a:latin typeface="Arial"/>
                <a:cs typeface="Arial"/>
              </a:rPr>
              <a:t> </a:t>
            </a:r>
            <a:r>
              <a:rPr sz="1150" dirty="0">
                <a:solidFill>
                  <a:srgbClr val="E6F5FF"/>
                </a:solidFill>
                <a:latin typeface="Arial"/>
                <a:cs typeface="Arial"/>
              </a:rPr>
              <a:t>pp.</a:t>
            </a:r>
            <a:r>
              <a:rPr sz="1150" spc="40" dirty="0">
                <a:solidFill>
                  <a:srgbClr val="E6F5FF"/>
                </a:solidFill>
                <a:latin typeface="Arial"/>
                <a:cs typeface="Arial"/>
              </a:rPr>
              <a:t> </a:t>
            </a:r>
            <a:r>
              <a:rPr sz="1150" spc="-25" dirty="0">
                <a:solidFill>
                  <a:srgbClr val="E6F5FF"/>
                </a:solidFill>
                <a:latin typeface="Arial"/>
                <a:cs typeface="Arial"/>
              </a:rPr>
              <a:t>474–</a:t>
            </a:r>
            <a:r>
              <a:rPr sz="1150" dirty="0">
                <a:solidFill>
                  <a:srgbClr val="E6F5FF"/>
                </a:solidFill>
                <a:latin typeface="Arial"/>
                <a:cs typeface="Arial"/>
              </a:rPr>
              <a:t>503,</a:t>
            </a:r>
            <a:r>
              <a:rPr sz="1150" spc="40" dirty="0">
                <a:solidFill>
                  <a:srgbClr val="E6F5FF"/>
                </a:solidFill>
                <a:latin typeface="Arial"/>
                <a:cs typeface="Arial"/>
              </a:rPr>
              <a:t> </a:t>
            </a:r>
            <a:r>
              <a:rPr sz="1150" spc="-20" dirty="0">
                <a:solidFill>
                  <a:srgbClr val="E6F5FF"/>
                </a:solidFill>
                <a:latin typeface="Arial"/>
                <a:cs typeface="Arial"/>
              </a:rPr>
              <a:t>2017.</a:t>
            </a:r>
            <a:endParaRPr sz="1150">
              <a:latin typeface="Arial"/>
              <a:cs typeface="Arial"/>
            </a:endParaRPr>
          </a:p>
          <a:p>
            <a:pPr>
              <a:lnSpc>
                <a:spcPct val="100000"/>
              </a:lnSpc>
              <a:spcBef>
                <a:spcPts val="409"/>
              </a:spcBef>
              <a:buAutoNum type="arabicPlain"/>
            </a:pPr>
            <a:endParaRPr sz="1150">
              <a:latin typeface="Arial"/>
              <a:cs typeface="Arial"/>
            </a:endParaRPr>
          </a:p>
          <a:p>
            <a:pPr marL="311785" indent="-299085">
              <a:lnSpc>
                <a:spcPct val="100000"/>
              </a:lnSpc>
              <a:buAutoNum type="arabicPlain"/>
              <a:tabLst>
                <a:tab pos="311785" algn="l"/>
              </a:tabLst>
            </a:pPr>
            <a:r>
              <a:rPr sz="1150" spc="-55" dirty="0">
                <a:solidFill>
                  <a:srgbClr val="E6F5FF"/>
                </a:solidFill>
                <a:latin typeface="Arial"/>
                <a:cs typeface="Arial"/>
              </a:rPr>
              <a:t>S.</a:t>
            </a:r>
            <a:r>
              <a:rPr sz="1150" spc="65" dirty="0">
                <a:solidFill>
                  <a:srgbClr val="E6F5FF"/>
                </a:solidFill>
                <a:latin typeface="Arial"/>
                <a:cs typeface="Arial"/>
              </a:rPr>
              <a:t> </a:t>
            </a:r>
            <a:r>
              <a:rPr sz="1150" dirty="0">
                <a:solidFill>
                  <a:srgbClr val="E6F5FF"/>
                </a:solidFill>
                <a:latin typeface="Arial"/>
                <a:cs typeface="Arial"/>
              </a:rPr>
              <a:t>Patel,</a:t>
            </a:r>
            <a:r>
              <a:rPr sz="1150" spc="70" dirty="0">
                <a:solidFill>
                  <a:srgbClr val="E6F5FF"/>
                </a:solidFill>
                <a:latin typeface="Arial"/>
                <a:cs typeface="Arial"/>
              </a:rPr>
              <a:t> </a:t>
            </a:r>
            <a:r>
              <a:rPr sz="1150" dirty="0">
                <a:solidFill>
                  <a:srgbClr val="E6F5FF"/>
                </a:solidFill>
                <a:latin typeface="Arial"/>
                <a:cs typeface="Arial"/>
              </a:rPr>
              <a:t>H.</a:t>
            </a:r>
            <a:r>
              <a:rPr sz="1150" spc="65" dirty="0">
                <a:solidFill>
                  <a:srgbClr val="E6F5FF"/>
                </a:solidFill>
                <a:latin typeface="Arial"/>
                <a:cs typeface="Arial"/>
              </a:rPr>
              <a:t> </a:t>
            </a:r>
            <a:r>
              <a:rPr sz="1150" dirty="0">
                <a:solidFill>
                  <a:srgbClr val="E6F5FF"/>
                </a:solidFill>
                <a:latin typeface="Arial"/>
                <a:cs typeface="Arial"/>
              </a:rPr>
              <a:t>Park,</a:t>
            </a:r>
            <a:r>
              <a:rPr sz="1150" spc="65" dirty="0">
                <a:solidFill>
                  <a:srgbClr val="E6F5FF"/>
                </a:solidFill>
                <a:latin typeface="Arial"/>
                <a:cs typeface="Arial"/>
              </a:rPr>
              <a:t> </a:t>
            </a:r>
            <a:r>
              <a:rPr sz="1150" spc="-114" dirty="0">
                <a:solidFill>
                  <a:srgbClr val="E6F5FF"/>
                </a:solidFill>
                <a:latin typeface="Arial"/>
                <a:cs typeface="Arial"/>
              </a:rPr>
              <a:t>P.</a:t>
            </a:r>
            <a:r>
              <a:rPr sz="1150" spc="70" dirty="0">
                <a:solidFill>
                  <a:srgbClr val="E6F5FF"/>
                </a:solidFill>
                <a:latin typeface="Arial"/>
                <a:cs typeface="Arial"/>
              </a:rPr>
              <a:t> </a:t>
            </a:r>
            <a:r>
              <a:rPr sz="1150" dirty="0">
                <a:solidFill>
                  <a:srgbClr val="E6F5FF"/>
                </a:solidFill>
                <a:latin typeface="Arial"/>
                <a:cs typeface="Arial"/>
              </a:rPr>
              <a:t>Bonato,</a:t>
            </a:r>
            <a:r>
              <a:rPr sz="1150" spc="65" dirty="0">
                <a:solidFill>
                  <a:srgbClr val="E6F5FF"/>
                </a:solidFill>
                <a:latin typeface="Arial"/>
                <a:cs typeface="Arial"/>
              </a:rPr>
              <a:t> </a:t>
            </a:r>
            <a:r>
              <a:rPr sz="1150" dirty="0">
                <a:solidFill>
                  <a:srgbClr val="E6F5FF"/>
                </a:solidFill>
                <a:latin typeface="Arial"/>
                <a:cs typeface="Arial"/>
              </a:rPr>
              <a:t>L.</a:t>
            </a:r>
            <a:r>
              <a:rPr sz="1150" spc="70" dirty="0">
                <a:solidFill>
                  <a:srgbClr val="E6F5FF"/>
                </a:solidFill>
                <a:latin typeface="Arial"/>
                <a:cs typeface="Arial"/>
              </a:rPr>
              <a:t> </a:t>
            </a:r>
            <a:r>
              <a:rPr sz="1150" dirty="0">
                <a:solidFill>
                  <a:srgbClr val="E6F5FF"/>
                </a:solidFill>
                <a:latin typeface="Arial"/>
                <a:cs typeface="Arial"/>
              </a:rPr>
              <a:t>Chan,</a:t>
            </a:r>
            <a:r>
              <a:rPr sz="1150" spc="65" dirty="0">
                <a:solidFill>
                  <a:srgbClr val="E6F5FF"/>
                </a:solidFill>
                <a:latin typeface="Arial"/>
                <a:cs typeface="Arial"/>
              </a:rPr>
              <a:t> </a:t>
            </a:r>
            <a:r>
              <a:rPr sz="1150" spc="50" dirty="0">
                <a:solidFill>
                  <a:srgbClr val="E6F5FF"/>
                </a:solidFill>
                <a:latin typeface="Arial"/>
                <a:cs typeface="Arial"/>
              </a:rPr>
              <a:t>and</a:t>
            </a:r>
            <a:r>
              <a:rPr sz="1150" spc="70" dirty="0">
                <a:solidFill>
                  <a:srgbClr val="E6F5FF"/>
                </a:solidFill>
                <a:latin typeface="Arial"/>
                <a:cs typeface="Arial"/>
              </a:rPr>
              <a:t> </a:t>
            </a:r>
            <a:r>
              <a:rPr sz="1150" dirty="0">
                <a:solidFill>
                  <a:srgbClr val="E6F5FF"/>
                </a:solidFill>
                <a:latin typeface="Arial"/>
                <a:cs typeface="Arial"/>
              </a:rPr>
              <a:t>M.</a:t>
            </a:r>
            <a:r>
              <a:rPr sz="1150" spc="65" dirty="0">
                <a:solidFill>
                  <a:srgbClr val="E6F5FF"/>
                </a:solidFill>
                <a:latin typeface="Arial"/>
                <a:cs typeface="Arial"/>
              </a:rPr>
              <a:t> </a:t>
            </a:r>
            <a:r>
              <a:rPr sz="1150" dirty="0">
                <a:solidFill>
                  <a:srgbClr val="E6F5FF"/>
                </a:solidFill>
                <a:latin typeface="Arial"/>
                <a:cs typeface="Arial"/>
              </a:rPr>
              <a:t>Rodgers,</a:t>
            </a:r>
            <a:r>
              <a:rPr sz="1150" spc="70" dirty="0">
                <a:solidFill>
                  <a:srgbClr val="E6F5FF"/>
                </a:solidFill>
                <a:latin typeface="Arial"/>
                <a:cs typeface="Arial"/>
              </a:rPr>
              <a:t> </a:t>
            </a:r>
            <a:r>
              <a:rPr sz="1150" dirty="0">
                <a:solidFill>
                  <a:srgbClr val="E6F5FF"/>
                </a:solidFill>
                <a:latin typeface="Arial"/>
                <a:cs typeface="Arial"/>
              </a:rPr>
              <a:t>“A</a:t>
            </a:r>
            <a:r>
              <a:rPr sz="1150" spc="65" dirty="0">
                <a:solidFill>
                  <a:srgbClr val="E6F5FF"/>
                </a:solidFill>
                <a:latin typeface="Arial"/>
                <a:cs typeface="Arial"/>
              </a:rPr>
              <a:t> </a:t>
            </a:r>
            <a:r>
              <a:rPr sz="1150" dirty="0">
                <a:solidFill>
                  <a:srgbClr val="E6F5FF"/>
                </a:solidFill>
                <a:latin typeface="Arial"/>
                <a:cs typeface="Arial"/>
              </a:rPr>
              <a:t>Review</a:t>
            </a:r>
            <a:r>
              <a:rPr sz="1150" spc="70" dirty="0">
                <a:solidFill>
                  <a:srgbClr val="E6F5FF"/>
                </a:solidFill>
                <a:latin typeface="Arial"/>
                <a:cs typeface="Arial"/>
              </a:rPr>
              <a:t> </a:t>
            </a:r>
            <a:r>
              <a:rPr sz="1150" spc="85" dirty="0">
                <a:solidFill>
                  <a:srgbClr val="E6F5FF"/>
                </a:solidFill>
                <a:latin typeface="Arial"/>
                <a:cs typeface="Arial"/>
              </a:rPr>
              <a:t>of</a:t>
            </a:r>
            <a:r>
              <a:rPr sz="1150" spc="65" dirty="0">
                <a:solidFill>
                  <a:srgbClr val="E6F5FF"/>
                </a:solidFill>
                <a:latin typeface="Arial"/>
                <a:cs typeface="Arial"/>
              </a:rPr>
              <a:t> </a:t>
            </a:r>
            <a:r>
              <a:rPr sz="1150" dirty="0">
                <a:solidFill>
                  <a:srgbClr val="E6F5FF"/>
                </a:solidFill>
                <a:latin typeface="Arial"/>
                <a:cs typeface="Arial"/>
              </a:rPr>
              <a:t>Wearable</a:t>
            </a:r>
            <a:r>
              <a:rPr sz="1150" spc="70" dirty="0">
                <a:solidFill>
                  <a:srgbClr val="E6F5FF"/>
                </a:solidFill>
                <a:latin typeface="Arial"/>
                <a:cs typeface="Arial"/>
              </a:rPr>
              <a:t> </a:t>
            </a:r>
            <a:r>
              <a:rPr sz="1150" dirty="0">
                <a:solidFill>
                  <a:srgbClr val="E6F5FF"/>
                </a:solidFill>
                <a:latin typeface="Arial"/>
                <a:cs typeface="Arial"/>
              </a:rPr>
              <a:t>Sensors</a:t>
            </a:r>
            <a:r>
              <a:rPr sz="1150" spc="65" dirty="0">
                <a:solidFill>
                  <a:srgbClr val="E6F5FF"/>
                </a:solidFill>
                <a:latin typeface="Arial"/>
                <a:cs typeface="Arial"/>
              </a:rPr>
              <a:t> </a:t>
            </a:r>
            <a:r>
              <a:rPr sz="1150" spc="50" dirty="0">
                <a:solidFill>
                  <a:srgbClr val="E6F5FF"/>
                </a:solidFill>
                <a:latin typeface="Arial"/>
                <a:cs typeface="Arial"/>
              </a:rPr>
              <a:t>and</a:t>
            </a:r>
            <a:r>
              <a:rPr sz="1150" spc="70" dirty="0">
                <a:solidFill>
                  <a:srgbClr val="E6F5FF"/>
                </a:solidFill>
                <a:latin typeface="Arial"/>
                <a:cs typeface="Arial"/>
              </a:rPr>
              <a:t> </a:t>
            </a:r>
            <a:r>
              <a:rPr sz="1150" dirty="0">
                <a:solidFill>
                  <a:srgbClr val="E6F5FF"/>
                </a:solidFill>
                <a:latin typeface="Arial"/>
                <a:cs typeface="Arial"/>
              </a:rPr>
              <a:t>Systems</a:t>
            </a:r>
            <a:r>
              <a:rPr sz="1150" spc="65" dirty="0">
                <a:solidFill>
                  <a:srgbClr val="E6F5FF"/>
                </a:solidFill>
                <a:latin typeface="Arial"/>
                <a:cs typeface="Arial"/>
              </a:rPr>
              <a:t> </a:t>
            </a:r>
            <a:r>
              <a:rPr sz="1150" spc="75" dirty="0">
                <a:solidFill>
                  <a:srgbClr val="E6F5FF"/>
                </a:solidFill>
                <a:latin typeface="Arial"/>
                <a:cs typeface="Arial"/>
              </a:rPr>
              <a:t>with</a:t>
            </a:r>
            <a:r>
              <a:rPr sz="1150" spc="70" dirty="0">
                <a:solidFill>
                  <a:srgbClr val="E6F5FF"/>
                </a:solidFill>
                <a:latin typeface="Arial"/>
                <a:cs typeface="Arial"/>
              </a:rPr>
              <a:t> </a:t>
            </a:r>
            <a:r>
              <a:rPr sz="1150" spc="60" dirty="0">
                <a:solidFill>
                  <a:srgbClr val="E6F5FF"/>
                </a:solidFill>
                <a:latin typeface="Arial"/>
                <a:cs typeface="Arial"/>
              </a:rPr>
              <a:t>Application</a:t>
            </a:r>
            <a:r>
              <a:rPr sz="1150" spc="65" dirty="0">
                <a:solidFill>
                  <a:srgbClr val="E6F5FF"/>
                </a:solidFill>
                <a:latin typeface="Arial"/>
                <a:cs typeface="Arial"/>
              </a:rPr>
              <a:t> </a:t>
            </a:r>
            <a:r>
              <a:rPr sz="1150" spc="60" dirty="0">
                <a:solidFill>
                  <a:srgbClr val="E6F5FF"/>
                </a:solidFill>
                <a:latin typeface="Arial"/>
                <a:cs typeface="Arial"/>
              </a:rPr>
              <a:t>in</a:t>
            </a:r>
            <a:r>
              <a:rPr sz="1150" spc="70" dirty="0">
                <a:solidFill>
                  <a:srgbClr val="E6F5FF"/>
                </a:solidFill>
                <a:latin typeface="Arial"/>
                <a:cs typeface="Arial"/>
              </a:rPr>
              <a:t> </a:t>
            </a:r>
            <a:r>
              <a:rPr sz="1150" dirty="0">
                <a:solidFill>
                  <a:srgbClr val="E6F5FF"/>
                </a:solidFill>
                <a:latin typeface="Arial"/>
                <a:cs typeface="Arial"/>
              </a:rPr>
              <a:t>Rehabilitation,”</a:t>
            </a:r>
            <a:r>
              <a:rPr sz="1150" spc="65" dirty="0">
                <a:solidFill>
                  <a:srgbClr val="E6F5FF"/>
                </a:solidFill>
                <a:latin typeface="Arial"/>
                <a:cs typeface="Arial"/>
              </a:rPr>
              <a:t> </a:t>
            </a:r>
            <a:r>
              <a:rPr sz="1150" spc="55" dirty="0">
                <a:solidFill>
                  <a:srgbClr val="E6F5FF"/>
                </a:solidFill>
                <a:latin typeface="Arial"/>
                <a:cs typeface="Arial"/>
              </a:rPr>
              <a:t>Journal</a:t>
            </a:r>
            <a:r>
              <a:rPr sz="1150" spc="70" dirty="0">
                <a:solidFill>
                  <a:srgbClr val="E6F5FF"/>
                </a:solidFill>
                <a:latin typeface="Arial"/>
                <a:cs typeface="Arial"/>
              </a:rPr>
              <a:t> </a:t>
            </a:r>
            <a:r>
              <a:rPr sz="1150" spc="85" dirty="0">
                <a:solidFill>
                  <a:srgbClr val="E6F5FF"/>
                </a:solidFill>
                <a:latin typeface="Arial"/>
                <a:cs typeface="Arial"/>
              </a:rPr>
              <a:t>of</a:t>
            </a:r>
            <a:r>
              <a:rPr sz="1150" spc="65" dirty="0">
                <a:solidFill>
                  <a:srgbClr val="E6F5FF"/>
                </a:solidFill>
                <a:latin typeface="Arial"/>
                <a:cs typeface="Arial"/>
              </a:rPr>
              <a:t> </a:t>
            </a:r>
            <a:r>
              <a:rPr sz="1150" dirty="0">
                <a:solidFill>
                  <a:srgbClr val="E6F5FF"/>
                </a:solidFill>
                <a:latin typeface="Arial"/>
                <a:cs typeface="Arial"/>
              </a:rPr>
              <a:t>NeuroEngineering</a:t>
            </a:r>
            <a:r>
              <a:rPr sz="1150" spc="70" dirty="0">
                <a:solidFill>
                  <a:srgbClr val="E6F5FF"/>
                </a:solidFill>
                <a:latin typeface="Arial"/>
                <a:cs typeface="Arial"/>
              </a:rPr>
              <a:t> </a:t>
            </a:r>
            <a:r>
              <a:rPr sz="1150" spc="50" dirty="0">
                <a:solidFill>
                  <a:srgbClr val="E6F5FF"/>
                </a:solidFill>
                <a:latin typeface="Arial"/>
                <a:cs typeface="Arial"/>
              </a:rPr>
              <a:t>and</a:t>
            </a:r>
            <a:r>
              <a:rPr sz="1150" spc="65" dirty="0">
                <a:solidFill>
                  <a:srgbClr val="E6F5FF"/>
                </a:solidFill>
                <a:latin typeface="Arial"/>
                <a:cs typeface="Arial"/>
              </a:rPr>
              <a:t> </a:t>
            </a:r>
            <a:r>
              <a:rPr sz="1150" dirty="0">
                <a:solidFill>
                  <a:srgbClr val="E6F5FF"/>
                </a:solidFill>
                <a:latin typeface="Arial"/>
                <a:cs typeface="Arial"/>
              </a:rPr>
              <a:t>Rehabilitation,</a:t>
            </a:r>
            <a:r>
              <a:rPr sz="1150" spc="70" dirty="0">
                <a:solidFill>
                  <a:srgbClr val="E6F5FF"/>
                </a:solidFill>
                <a:latin typeface="Arial"/>
                <a:cs typeface="Arial"/>
              </a:rPr>
              <a:t> </a:t>
            </a:r>
            <a:r>
              <a:rPr sz="1150" spc="50" dirty="0">
                <a:solidFill>
                  <a:srgbClr val="E6F5FF"/>
                </a:solidFill>
                <a:latin typeface="Arial"/>
                <a:cs typeface="Arial"/>
              </a:rPr>
              <a:t>vol.</a:t>
            </a:r>
            <a:r>
              <a:rPr sz="1150" spc="65" dirty="0">
                <a:solidFill>
                  <a:srgbClr val="E6F5FF"/>
                </a:solidFill>
                <a:latin typeface="Arial"/>
                <a:cs typeface="Arial"/>
              </a:rPr>
              <a:t> </a:t>
            </a:r>
            <a:r>
              <a:rPr sz="1150" dirty="0">
                <a:solidFill>
                  <a:srgbClr val="E6F5FF"/>
                </a:solidFill>
                <a:latin typeface="Arial"/>
                <a:cs typeface="Arial"/>
              </a:rPr>
              <a:t>9,</a:t>
            </a:r>
            <a:r>
              <a:rPr sz="1150" spc="70" dirty="0">
                <a:solidFill>
                  <a:srgbClr val="E6F5FF"/>
                </a:solidFill>
                <a:latin typeface="Arial"/>
                <a:cs typeface="Arial"/>
              </a:rPr>
              <a:t> </a:t>
            </a:r>
            <a:r>
              <a:rPr sz="1150" dirty="0">
                <a:solidFill>
                  <a:srgbClr val="E6F5FF"/>
                </a:solidFill>
                <a:latin typeface="Arial"/>
                <a:cs typeface="Arial"/>
              </a:rPr>
              <a:t>no.</a:t>
            </a:r>
            <a:r>
              <a:rPr sz="1150" spc="65" dirty="0">
                <a:solidFill>
                  <a:srgbClr val="E6F5FF"/>
                </a:solidFill>
                <a:latin typeface="Arial"/>
                <a:cs typeface="Arial"/>
              </a:rPr>
              <a:t> </a:t>
            </a:r>
            <a:r>
              <a:rPr sz="1150" spc="-10" dirty="0">
                <a:solidFill>
                  <a:srgbClr val="E6F5FF"/>
                </a:solidFill>
                <a:latin typeface="Arial"/>
                <a:cs typeface="Arial"/>
              </a:rPr>
              <a:t>21,</a:t>
            </a:r>
            <a:r>
              <a:rPr sz="1150" spc="70" dirty="0">
                <a:solidFill>
                  <a:srgbClr val="E6F5FF"/>
                </a:solidFill>
                <a:latin typeface="Arial"/>
                <a:cs typeface="Arial"/>
              </a:rPr>
              <a:t> </a:t>
            </a:r>
            <a:r>
              <a:rPr sz="1150" dirty="0">
                <a:solidFill>
                  <a:srgbClr val="E6F5FF"/>
                </a:solidFill>
                <a:latin typeface="Arial"/>
                <a:cs typeface="Arial"/>
              </a:rPr>
              <a:t>pp.</a:t>
            </a:r>
            <a:r>
              <a:rPr sz="1150" spc="65" dirty="0">
                <a:solidFill>
                  <a:srgbClr val="E6F5FF"/>
                </a:solidFill>
                <a:latin typeface="Arial"/>
                <a:cs typeface="Arial"/>
              </a:rPr>
              <a:t> </a:t>
            </a:r>
            <a:r>
              <a:rPr sz="1150" spc="-100" dirty="0">
                <a:solidFill>
                  <a:srgbClr val="E6F5FF"/>
                </a:solidFill>
                <a:latin typeface="Arial"/>
                <a:cs typeface="Arial"/>
              </a:rPr>
              <a:t>1–</a:t>
            </a:r>
            <a:r>
              <a:rPr sz="1150" spc="-110" dirty="0">
                <a:solidFill>
                  <a:srgbClr val="E6F5FF"/>
                </a:solidFill>
                <a:latin typeface="Arial"/>
                <a:cs typeface="Arial"/>
              </a:rPr>
              <a:t>17,</a:t>
            </a:r>
            <a:r>
              <a:rPr sz="1150" spc="70" dirty="0">
                <a:solidFill>
                  <a:srgbClr val="E6F5FF"/>
                </a:solidFill>
                <a:latin typeface="Arial"/>
                <a:cs typeface="Arial"/>
              </a:rPr>
              <a:t> </a:t>
            </a:r>
            <a:r>
              <a:rPr sz="1150" spc="-20" dirty="0">
                <a:solidFill>
                  <a:srgbClr val="E6F5FF"/>
                </a:solidFill>
                <a:latin typeface="Arial"/>
                <a:cs typeface="Arial"/>
              </a:rPr>
              <a:t>2012.</a:t>
            </a:r>
            <a:endParaRPr sz="1150">
              <a:latin typeface="Arial"/>
              <a:cs typeface="Arial"/>
            </a:endParaRPr>
          </a:p>
          <a:p>
            <a:pPr>
              <a:lnSpc>
                <a:spcPct val="100000"/>
              </a:lnSpc>
              <a:spcBef>
                <a:spcPts val="409"/>
              </a:spcBef>
              <a:buAutoNum type="arabicPlain"/>
            </a:pPr>
            <a:endParaRPr sz="1150">
              <a:latin typeface="Arial"/>
              <a:cs typeface="Arial"/>
            </a:endParaRPr>
          </a:p>
          <a:p>
            <a:pPr marL="313690" indent="-300990">
              <a:lnSpc>
                <a:spcPct val="100000"/>
              </a:lnSpc>
              <a:buAutoNum type="arabicPlain"/>
              <a:tabLst>
                <a:tab pos="313690" algn="l"/>
              </a:tabLst>
            </a:pPr>
            <a:r>
              <a:rPr sz="1150" spc="-114" dirty="0">
                <a:solidFill>
                  <a:srgbClr val="E6F5FF"/>
                </a:solidFill>
                <a:latin typeface="Arial"/>
                <a:cs typeface="Arial"/>
              </a:rPr>
              <a:t>P.</a:t>
            </a:r>
            <a:r>
              <a:rPr sz="1150" spc="35" dirty="0">
                <a:solidFill>
                  <a:srgbClr val="E6F5FF"/>
                </a:solidFill>
                <a:latin typeface="Arial"/>
                <a:cs typeface="Arial"/>
              </a:rPr>
              <a:t> </a:t>
            </a:r>
            <a:r>
              <a:rPr sz="1150" dirty="0">
                <a:solidFill>
                  <a:srgbClr val="E6F5FF"/>
                </a:solidFill>
                <a:latin typeface="Arial"/>
                <a:cs typeface="Arial"/>
              </a:rPr>
              <a:t>Groves,</a:t>
            </a:r>
            <a:r>
              <a:rPr sz="1150" spc="40" dirty="0">
                <a:solidFill>
                  <a:srgbClr val="E6F5FF"/>
                </a:solidFill>
                <a:latin typeface="Arial"/>
                <a:cs typeface="Arial"/>
              </a:rPr>
              <a:t> </a:t>
            </a:r>
            <a:r>
              <a:rPr sz="1150" dirty="0">
                <a:solidFill>
                  <a:srgbClr val="E6F5FF"/>
                </a:solidFill>
                <a:latin typeface="Arial"/>
                <a:cs typeface="Arial"/>
              </a:rPr>
              <a:t>B.</a:t>
            </a:r>
            <a:r>
              <a:rPr sz="1150" spc="40" dirty="0">
                <a:solidFill>
                  <a:srgbClr val="E6F5FF"/>
                </a:solidFill>
                <a:latin typeface="Arial"/>
                <a:cs typeface="Arial"/>
              </a:rPr>
              <a:t> </a:t>
            </a:r>
            <a:r>
              <a:rPr sz="1150" dirty="0">
                <a:solidFill>
                  <a:srgbClr val="E6F5FF"/>
                </a:solidFill>
                <a:latin typeface="Arial"/>
                <a:cs typeface="Arial"/>
              </a:rPr>
              <a:t>Kayyali,</a:t>
            </a:r>
            <a:r>
              <a:rPr sz="1150" spc="40" dirty="0">
                <a:solidFill>
                  <a:srgbClr val="E6F5FF"/>
                </a:solidFill>
                <a:latin typeface="Arial"/>
                <a:cs typeface="Arial"/>
              </a:rPr>
              <a:t> </a:t>
            </a:r>
            <a:r>
              <a:rPr sz="1150" spc="-10" dirty="0">
                <a:solidFill>
                  <a:srgbClr val="E6F5FF"/>
                </a:solidFill>
                <a:latin typeface="Arial"/>
                <a:cs typeface="Arial"/>
              </a:rPr>
              <a:t>D.</a:t>
            </a:r>
            <a:r>
              <a:rPr sz="1150" spc="35" dirty="0">
                <a:solidFill>
                  <a:srgbClr val="E6F5FF"/>
                </a:solidFill>
                <a:latin typeface="Arial"/>
                <a:cs typeface="Arial"/>
              </a:rPr>
              <a:t> </a:t>
            </a:r>
            <a:r>
              <a:rPr sz="1150" spc="60" dirty="0">
                <a:solidFill>
                  <a:srgbClr val="E6F5FF"/>
                </a:solidFill>
                <a:latin typeface="Arial"/>
                <a:cs typeface="Arial"/>
              </a:rPr>
              <a:t>Knott,</a:t>
            </a:r>
            <a:r>
              <a:rPr sz="1150" spc="40" dirty="0">
                <a:solidFill>
                  <a:srgbClr val="E6F5FF"/>
                </a:solidFill>
                <a:latin typeface="Arial"/>
                <a:cs typeface="Arial"/>
              </a:rPr>
              <a:t> </a:t>
            </a:r>
            <a:r>
              <a:rPr sz="1150" spc="50" dirty="0">
                <a:solidFill>
                  <a:srgbClr val="E6F5FF"/>
                </a:solidFill>
                <a:latin typeface="Arial"/>
                <a:cs typeface="Arial"/>
              </a:rPr>
              <a:t>and</a:t>
            </a:r>
            <a:r>
              <a:rPr sz="1150" spc="40" dirty="0">
                <a:solidFill>
                  <a:srgbClr val="E6F5FF"/>
                </a:solidFill>
                <a:latin typeface="Arial"/>
                <a:cs typeface="Arial"/>
              </a:rPr>
              <a:t> </a:t>
            </a:r>
            <a:r>
              <a:rPr sz="1150" spc="-55" dirty="0">
                <a:solidFill>
                  <a:srgbClr val="E6F5FF"/>
                </a:solidFill>
                <a:latin typeface="Arial"/>
                <a:cs typeface="Arial"/>
              </a:rPr>
              <a:t>S.</a:t>
            </a:r>
            <a:r>
              <a:rPr sz="1150" spc="40" dirty="0">
                <a:solidFill>
                  <a:srgbClr val="E6F5FF"/>
                </a:solidFill>
                <a:latin typeface="Arial"/>
                <a:cs typeface="Arial"/>
              </a:rPr>
              <a:t> </a:t>
            </a:r>
            <a:r>
              <a:rPr sz="1150" dirty="0">
                <a:solidFill>
                  <a:srgbClr val="E6F5FF"/>
                </a:solidFill>
                <a:latin typeface="Arial"/>
                <a:cs typeface="Arial"/>
              </a:rPr>
              <a:t>Van</a:t>
            </a:r>
            <a:r>
              <a:rPr sz="1150" spc="35" dirty="0">
                <a:solidFill>
                  <a:srgbClr val="E6F5FF"/>
                </a:solidFill>
                <a:latin typeface="Arial"/>
                <a:cs typeface="Arial"/>
              </a:rPr>
              <a:t> </a:t>
            </a:r>
            <a:r>
              <a:rPr sz="1150" dirty="0">
                <a:solidFill>
                  <a:srgbClr val="E6F5FF"/>
                </a:solidFill>
                <a:latin typeface="Arial"/>
                <a:cs typeface="Arial"/>
              </a:rPr>
              <a:t>Kuiken,</a:t>
            </a:r>
            <a:r>
              <a:rPr sz="1150" spc="40" dirty="0">
                <a:solidFill>
                  <a:srgbClr val="E6F5FF"/>
                </a:solidFill>
                <a:latin typeface="Arial"/>
                <a:cs typeface="Arial"/>
              </a:rPr>
              <a:t> </a:t>
            </a:r>
            <a:r>
              <a:rPr sz="1150" dirty="0">
                <a:solidFill>
                  <a:srgbClr val="E6F5FF"/>
                </a:solidFill>
                <a:latin typeface="Arial"/>
                <a:cs typeface="Arial"/>
              </a:rPr>
              <a:t>The</a:t>
            </a:r>
            <a:r>
              <a:rPr sz="1150" spc="40" dirty="0">
                <a:solidFill>
                  <a:srgbClr val="E6F5FF"/>
                </a:solidFill>
                <a:latin typeface="Arial"/>
                <a:cs typeface="Arial"/>
              </a:rPr>
              <a:t> </a:t>
            </a:r>
            <a:r>
              <a:rPr sz="1150" dirty="0">
                <a:solidFill>
                  <a:srgbClr val="E6F5FF"/>
                </a:solidFill>
                <a:latin typeface="Arial"/>
                <a:cs typeface="Arial"/>
              </a:rPr>
              <a:t>Big</a:t>
            </a:r>
            <a:r>
              <a:rPr sz="1150" spc="40" dirty="0">
                <a:solidFill>
                  <a:srgbClr val="E6F5FF"/>
                </a:solidFill>
                <a:latin typeface="Arial"/>
                <a:cs typeface="Arial"/>
              </a:rPr>
              <a:t> </a:t>
            </a:r>
            <a:r>
              <a:rPr sz="1150" dirty="0">
                <a:solidFill>
                  <a:srgbClr val="E6F5FF"/>
                </a:solidFill>
                <a:latin typeface="Arial"/>
                <a:cs typeface="Arial"/>
              </a:rPr>
              <a:t>Data</a:t>
            </a:r>
            <a:r>
              <a:rPr sz="1150" spc="35" dirty="0">
                <a:solidFill>
                  <a:srgbClr val="E6F5FF"/>
                </a:solidFill>
                <a:latin typeface="Arial"/>
                <a:cs typeface="Arial"/>
              </a:rPr>
              <a:t> </a:t>
            </a:r>
            <a:r>
              <a:rPr sz="1150" spc="45" dirty="0">
                <a:solidFill>
                  <a:srgbClr val="E6F5FF"/>
                </a:solidFill>
                <a:latin typeface="Arial"/>
                <a:cs typeface="Arial"/>
              </a:rPr>
              <a:t>Revolution</a:t>
            </a:r>
            <a:r>
              <a:rPr sz="1150" spc="40" dirty="0">
                <a:solidFill>
                  <a:srgbClr val="E6F5FF"/>
                </a:solidFill>
                <a:latin typeface="Arial"/>
                <a:cs typeface="Arial"/>
              </a:rPr>
              <a:t> </a:t>
            </a:r>
            <a:r>
              <a:rPr sz="1150" spc="60" dirty="0">
                <a:solidFill>
                  <a:srgbClr val="E6F5FF"/>
                </a:solidFill>
                <a:latin typeface="Arial"/>
                <a:cs typeface="Arial"/>
              </a:rPr>
              <a:t>in</a:t>
            </a:r>
            <a:r>
              <a:rPr sz="1150" spc="40" dirty="0">
                <a:solidFill>
                  <a:srgbClr val="E6F5FF"/>
                </a:solidFill>
                <a:latin typeface="Arial"/>
                <a:cs typeface="Arial"/>
              </a:rPr>
              <a:t> </a:t>
            </a:r>
            <a:r>
              <a:rPr sz="1150" dirty="0">
                <a:solidFill>
                  <a:srgbClr val="E6F5FF"/>
                </a:solidFill>
                <a:latin typeface="Arial"/>
                <a:cs typeface="Arial"/>
              </a:rPr>
              <a:t>Healthcare.</a:t>
            </a:r>
            <a:r>
              <a:rPr sz="1150" spc="40" dirty="0">
                <a:solidFill>
                  <a:srgbClr val="E6F5FF"/>
                </a:solidFill>
                <a:latin typeface="Arial"/>
                <a:cs typeface="Arial"/>
              </a:rPr>
              <a:t> </a:t>
            </a:r>
            <a:r>
              <a:rPr sz="1150" dirty="0">
                <a:solidFill>
                  <a:srgbClr val="E6F5FF"/>
                </a:solidFill>
                <a:latin typeface="Arial"/>
                <a:cs typeface="Arial"/>
              </a:rPr>
              <a:t>McKinsey</a:t>
            </a:r>
            <a:r>
              <a:rPr sz="1150" spc="35" dirty="0">
                <a:solidFill>
                  <a:srgbClr val="E6F5FF"/>
                </a:solidFill>
                <a:latin typeface="Arial"/>
                <a:cs typeface="Arial"/>
              </a:rPr>
              <a:t> </a:t>
            </a:r>
            <a:r>
              <a:rPr sz="1150" dirty="0">
                <a:solidFill>
                  <a:srgbClr val="E6F5FF"/>
                </a:solidFill>
                <a:latin typeface="Arial"/>
                <a:cs typeface="Arial"/>
              </a:rPr>
              <a:t>&amp;</a:t>
            </a:r>
            <a:r>
              <a:rPr sz="1150" spc="40" dirty="0">
                <a:solidFill>
                  <a:srgbClr val="E6F5FF"/>
                </a:solidFill>
                <a:latin typeface="Arial"/>
                <a:cs typeface="Arial"/>
              </a:rPr>
              <a:t> </a:t>
            </a:r>
            <a:r>
              <a:rPr sz="1150" dirty="0">
                <a:solidFill>
                  <a:srgbClr val="E6F5FF"/>
                </a:solidFill>
                <a:latin typeface="Arial"/>
                <a:cs typeface="Arial"/>
              </a:rPr>
              <a:t>Company,</a:t>
            </a:r>
            <a:r>
              <a:rPr sz="1150" spc="40" dirty="0">
                <a:solidFill>
                  <a:srgbClr val="E6F5FF"/>
                </a:solidFill>
                <a:latin typeface="Arial"/>
                <a:cs typeface="Arial"/>
              </a:rPr>
              <a:t> </a:t>
            </a:r>
            <a:r>
              <a:rPr sz="1150" spc="-10" dirty="0">
                <a:solidFill>
                  <a:srgbClr val="E6F5FF"/>
                </a:solidFill>
                <a:latin typeface="Arial"/>
                <a:cs typeface="Arial"/>
              </a:rPr>
              <a:t>2013.</a:t>
            </a:r>
            <a:endParaRPr sz="1150">
              <a:latin typeface="Arial"/>
              <a:cs typeface="Arial"/>
            </a:endParaRPr>
          </a:p>
          <a:p>
            <a:pPr>
              <a:lnSpc>
                <a:spcPct val="100000"/>
              </a:lnSpc>
              <a:spcBef>
                <a:spcPts val="409"/>
              </a:spcBef>
              <a:buAutoNum type="arabicPlain"/>
            </a:pPr>
            <a:endParaRPr sz="1150">
              <a:latin typeface="Arial"/>
              <a:cs typeface="Arial"/>
            </a:endParaRPr>
          </a:p>
          <a:p>
            <a:pPr marL="328295" indent="-315595">
              <a:lnSpc>
                <a:spcPct val="100000"/>
              </a:lnSpc>
              <a:buAutoNum type="arabicPlain"/>
              <a:tabLst>
                <a:tab pos="328295" algn="l"/>
              </a:tabLst>
            </a:pPr>
            <a:r>
              <a:rPr sz="1150" dirty="0">
                <a:solidFill>
                  <a:srgbClr val="E6F5FF"/>
                </a:solidFill>
                <a:latin typeface="Arial"/>
                <a:cs typeface="Arial"/>
              </a:rPr>
              <a:t>A.</a:t>
            </a:r>
            <a:r>
              <a:rPr sz="1150" spc="60" dirty="0">
                <a:solidFill>
                  <a:srgbClr val="E6F5FF"/>
                </a:solidFill>
                <a:latin typeface="Arial"/>
                <a:cs typeface="Arial"/>
              </a:rPr>
              <a:t> </a:t>
            </a:r>
            <a:r>
              <a:rPr sz="1150" dirty="0">
                <a:solidFill>
                  <a:srgbClr val="E6F5FF"/>
                </a:solidFill>
                <a:latin typeface="Arial"/>
                <a:cs typeface="Arial"/>
              </a:rPr>
              <a:t>Sheikh,</a:t>
            </a:r>
            <a:r>
              <a:rPr sz="1150" spc="60" dirty="0">
                <a:solidFill>
                  <a:srgbClr val="E6F5FF"/>
                </a:solidFill>
                <a:latin typeface="Arial"/>
                <a:cs typeface="Arial"/>
              </a:rPr>
              <a:t> </a:t>
            </a:r>
            <a:r>
              <a:rPr sz="1150" spc="-10" dirty="0">
                <a:solidFill>
                  <a:srgbClr val="E6F5FF"/>
                </a:solidFill>
                <a:latin typeface="Arial"/>
                <a:cs typeface="Arial"/>
              </a:rPr>
              <a:t>K.</a:t>
            </a:r>
            <a:r>
              <a:rPr sz="1150" spc="65" dirty="0">
                <a:solidFill>
                  <a:srgbClr val="E6F5FF"/>
                </a:solidFill>
                <a:latin typeface="Arial"/>
                <a:cs typeface="Arial"/>
              </a:rPr>
              <a:t> </a:t>
            </a:r>
            <a:r>
              <a:rPr sz="1150" dirty="0">
                <a:solidFill>
                  <a:srgbClr val="E6F5FF"/>
                </a:solidFill>
                <a:latin typeface="Arial"/>
                <a:cs typeface="Arial"/>
              </a:rPr>
              <a:t>Sood,</a:t>
            </a:r>
            <a:r>
              <a:rPr sz="1150" spc="60" dirty="0">
                <a:solidFill>
                  <a:srgbClr val="E6F5FF"/>
                </a:solidFill>
                <a:latin typeface="Arial"/>
                <a:cs typeface="Arial"/>
              </a:rPr>
              <a:t> </a:t>
            </a:r>
            <a:r>
              <a:rPr sz="1150" spc="50" dirty="0">
                <a:solidFill>
                  <a:srgbClr val="E6F5FF"/>
                </a:solidFill>
                <a:latin typeface="Arial"/>
                <a:cs typeface="Arial"/>
              </a:rPr>
              <a:t>and</a:t>
            </a:r>
            <a:r>
              <a:rPr sz="1150" spc="60" dirty="0">
                <a:solidFill>
                  <a:srgbClr val="E6F5FF"/>
                </a:solidFill>
                <a:latin typeface="Arial"/>
                <a:cs typeface="Arial"/>
              </a:rPr>
              <a:t> </a:t>
            </a:r>
            <a:r>
              <a:rPr sz="1150" spc="-55" dirty="0">
                <a:solidFill>
                  <a:srgbClr val="E6F5FF"/>
                </a:solidFill>
                <a:latin typeface="Arial"/>
                <a:cs typeface="Arial"/>
              </a:rPr>
              <a:t>S.</a:t>
            </a:r>
            <a:r>
              <a:rPr sz="1150" spc="65" dirty="0">
                <a:solidFill>
                  <a:srgbClr val="E6F5FF"/>
                </a:solidFill>
                <a:latin typeface="Arial"/>
                <a:cs typeface="Arial"/>
              </a:rPr>
              <a:t> </a:t>
            </a:r>
            <a:r>
              <a:rPr sz="1150" dirty="0">
                <a:solidFill>
                  <a:srgbClr val="E6F5FF"/>
                </a:solidFill>
                <a:latin typeface="Arial"/>
                <a:cs typeface="Arial"/>
              </a:rPr>
              <a:t>Bates,</a:t>
            </a:r>
            <a:r>
              <a:rPr sz="1150" spc="60" dirty="0">
                <a:solidFill>
                  <a:srgbClr val="E6F5FF"/>
                </a:solidFill>
                <a:latin typeface="Arial"/>
                <a:cs typeface="Arial"/>
              </a:rPr>
              <a:t> </a:t>
            </a:r>
            <a:r>
              <a:rPr sz="1150" dirty="0">
                <a:solidFill>
                  <a:srgbClr val="E6F5FF"/>
                </a:solidFill>
                <a:latin typeface="Arial"/>
                <a:cs typeface="Arial"/>
              </a:rPr>
              <a:t>“Leveraging</a:t>
            </a:r>
            <a:r>
              <a:rPr sz="1150" spc="60" dirty="0">
                <a:solidFill>
                  <a:srgbClr val="E6F5FF"/>
                </a:solidFill>
                <a:latin typeface="Arial"/>
                <a:cs typeface="Arial"/>
              </a:rPr>
              <a:t> </a:t>
            </a:r>
            <a:r>
              <a:rPr sz="1150" spc="50" dirty="0">
                <a:solidFill>
                  <a:srgbClr val="E6F5FF"/>
                </a:solidFill>
                <a:latin typeface="Arial"/>
                <a:cs typeface="Arial"/>
              </a:rPr>
              <a:t>Health</a:t>
            </a:r>
            <a:r>
              <a:rPr sz="1150" spc="65" dirty="0">
                <a:solidFill>
                  <a:srgbClr val="E6F5FF"/>
                </a:solidFill>
                <a:latin typeface="Arial"/>
                <a:cs typeface="Arial"/>
              </a:rPr>
              <a:t> </a:t>
            </a:r>
            <a:r>
              <a:rPr sz="1150" spc="60" dirty="0">
                <a:solidFill>
                  <a:srgbClr val="E6F5FF"/>
                </a:solidFill>
                <a:latin typeface="Arial"/>
                <a:cs typeface="Arial"/>
              </a:rPr>
              <a:t>Information </a:t>
            </a:r>
            <a:r>
              <a:rPr sz="1150" dirty="0">
                <a:solidFill>
                  <a:srgbClr val="E6F5FF"/>
                </a:solidFill>
                <a:latin typeface="Arial"/>
                <a:cs typeface="Arial"/>
              </a:rPr>
              <a:t>Technology</a:t>
            </a:r>
            <a:r>
              <a:rPr sz="1150" spc="60" dirty="0">
                <a:solidFill>
                  <a:srgbClr val="E6F5FF"/>
                </a:solidFill>
                <a:latin typeface="Arial"/>
                <a:cs typeface="Arial"/>
              </a:rPr>
              <a:t> </a:t>
            </a:r>
            <a:r>
              <a:rPr sz="1150" spc="95" dirty="0">
                <a:solidFill>
                  <a:srgbClr val="E6F5FF"/>
                </a:solidFill>
                <a:latin typeface="Arial"/>
                <a:cs typeface="Arial"/>
              </a:rPr>
              <a:t>to</a:t>
            </a:r>
            <a:r>
              <a:rPr sz="1150" spc="65" dirty="0">
                <a:solidFill>
                  <a:srgbClr val="E6F5FF"/>
                </a:solidFill>
                <a:latin typeface="Arial"/>
                <a:cs typeface="Arial"/>
              </a:rPr>
              <a:t> </a:t>
            </a:r>
            <a:r>
              <a:rPr sz="1150" dirty="0">
                <a:solidFill>
                  <a:srgbClr val="E6F5FF"/>
                </a:solidFill>
                <a:latin typeface="Arial"/>
                <a:cs typeface="Arial"/>
              </a:rPr>
              <a:t>Achieve</a:t>
            </a:r>
            <a:r>
              <a:rPr sz="1150" spc="60" dirty="0">
                <a:solidFill>
                  <a:srgbClr val="E6F5FF"/>
                </a:solidFill>
                <a:latin typeface="Arial"/>
                <a:cs typeface="Arial"/>
              </a:rPr>
              <a:t> </a:t>
            </a:r>
            <a:r>
              <a:rPr sz="1150" spc="70" dirty="0">
                <a:solidFill>
                  <a:srgbClr val="E6F5FF"/>
                </a:solidFill>
                <a:latin typeface="Arial"/>
                <a:cs typeface="Arial"/>
              </a:rPr>
              <a:t>the</a:t>
            </a:r>
            <a:r>
              <a:rPr sz="1150" spc="60" dirty="0">
                <a:solidFill>
                  <a:srgbClr val="E6F5FF"/>
                </a:solidFill>
                <a:latin typeface="Arial"/>
                <a:cs typeface="Arial"/>
              </a:rPr>
              <a:t> </a:t>
            </a:r>
            <a:r>
              <a:rPr sz="1150" dirty="0">
                <a:solidFill>
                  <a:srgbClr val="E6F5FF"/>
                </a:solidFill>
                <a:latin typeface="Arial"/>
                <a:cs typeface="Arial"/>
              </a:rPr>
              <a:t>Triple</a:t>
            </a:r>
            <a:r>
              <a:rPr sz="1150" spc="65" dirty="0">
                <a:solidFill>
                  <a:srgbClr val="E6F5FF"/>
                </a:solidFill>
                <a:latin typeface="Arial"/>
                <a:cs typeface="Arial"/>
              </a:rPr>
              <a:t> </a:t>
            </a:r>
            <a:r>
              <a:rPr sz="1150" dirty="0">
                <a:solidFill>
                  <a:srgbClr val="E6F5FF"/>
                </a:solidFill>
                <a:latin typeface="Arial"/>
                <a:cs typeface="Arial"/>
              </a:rPr>
              <a:t>Aim</a:t>
            </a:r>
            <a:r>
              <a:rPr sz="1150" spc="60" dirty="0">
                <a:solidFill>
                  <a:srgbClr val="E6F5FF"/>
                </a:solidFill>
                <a:latin typeface="Arial"/>
                <a:cs typeface="Arial"/>
              </a:rPr>
              <a:t> </a:t>
            </a:r>
            <a:r>
              <a:rPr sz="1150" spc="85" dirty="0">
                <a:solidFill>
                  <a:srgbClr val="E6F5FF"/>
                </a:solidFill>
                <a:latin typeface="Arial"/>
                <a:cs typeface="Arial"/>
              </a:rPr>
              <a:t>of</a:t>
            </a:r>
            <a:r>
              <a:rPr sz="1150" spc="60" dirty="0">
                <a:solidFill>
                  <a:srgbClr val="E6F5FF"/>
                </a:solidFill>
                <a:latin typeface="Arial"/>
                <a:cs typeface="Arial"/>
              </a:rPr>
              <a:t> </a:t>
            </a:r>
            <a:r>
              <a:rPr sz="1150" spc="45" dirty="0">
                <a:solidFill>
                  <a:srgbClr val="E6F5FF"/>
                </a:solidFill>
                <a:latin typeface="Arial"/>
                <a:cs typeface="Arial"/>
              </a:rPr>
              <a:t>Healthcare</a:t>
            </a:r>
            <a:r>
              <a:rPr sz="1150" spc="65" dirty="0">
                <a:solidFill>
                  <a:srgbClr val="E6F5FF"/>
                </a:solidFill>
                <a:latin typeface="Arial"/>
                <a:cs typeface="Arial"/>
              </a:rPr>
              <a:t> </a:t>
            </a:r>
            <a:r>
              <a:rPr sz="1150" dirty="0">
                <a:solidFill>
                  <a:srgbClr val="E6F5FF"/>
                </a:solidFill>
                <a:latin typeface="Arial"/>
                <a:cs typeface="Arial"/>
              </a:rPr>
              <a:t>Reform,”</a:t>
            </a:r>
            <a:r>
              <a:rPr sz="1150" spc="60" dirty="0">
                <a:solidFill>
                  <a:srgbClr val="E6F5FF"/>
                </a:solidFill>
                <a:latin typeface="Arial"/>
                <a:cs typeface="Arial"/>
              </a:rPr>
              <a:t> </a:t>
            </a:r>
            <a:r>
              <a:rPr sz="1150" spc="55" dirty="0">
                <a:solidFill>
                  <a:srgbClr val="E6F5FF"/>
                </a:solidFill>
                <a:latin typeface="Arial"/>
                <a:cs typeface="Arial"/>
              </a:rPr>
              <a:t>Journal</a:t>
            </a:r>
            <a:r>
              <a:rPr sz="1150" spc="60" dirty="0">
                <a:solidFill>
                  <a:srgbClr val="E6F5FF"/>
                </a:solidFill>
                <a:latin typeface="Arial"/>
                <a:cs typeface="Arial"/>
              </a:rPr>
              <a:t> </a:t>
            </a:r>
            <a:r>
              <a:rPr sz="1150" spc="85" dirty="0">
                <a:solidFill>
                  <a:srgbClr val="E6F5FF"/>
                </a:solidFill>
                <a:latin typeface="Arial"/>
                <a:cs typeface="Arial"/>
              </a:rPr>
              <a:t>of</a:t>
            </a:r>
            <a:r>
              <a:rPr sz="1150" spc="65" dirty="0">
                <a:solidFill>
                  <a:srgbClr val="E6F5FF"/>
                </a:solidFill>
                <a:latin typeface="Arial"/>
                <a:cs typeface="Arial"/>
              </a:rPr>
              <a:t> </a:t>
            </a:r>
            <a:r>
              <a:rPr sz="1150" spc="70" dirty="0">
                <a:solidFill>
                  <a:srgbClr val="E6F5FF"/>
                </a:solidFill>
                <a:latin typeface="Arial"/>
                <a:cs typeface="Arial"/>
              </a:rPr>
              <a:t>the</a:t>
            </a:r>
            <a:r>
              <a:rPr sz="1150" spc="60" dirty="0">
                <a:solidFill>
                  <a:srgbClr val="E6F5FF"/>
                </a:solidFill>
                <a:latin typeface="Arial"/>
                <a:cs typeface="Arial"/>
              </a:rPr>
              <a:t> </a:t>
            </a:r>
            <a:r>
              <a:rPr sz="1150" dirty="0">
                <a:solidFill>
                  <a:srgbClr val="E6F5FF"/>
                </a:solidFill>
                <a:latin typeface="Arial"/>
                <a:cs typeface="Arial"/>
              </a:rPr>
              <a:t>American</a:t>
            </a:r>
            <a:r>
              <a:rPr sz="1150" spc="60" dirty="0">
                <a:solidFill>
                  <a:srgbClr val="E6F5FF"/>
                </a:solidFill>
                <a:latin typeface="Arial"/>
                <a:cs typeface="Arial"/>
              </a:rPr>
              <a:t> </a:t>
            </a:r>
            <a:r>
              <a:rPr sz="1150" spc="45" dirty="0">
                <a:solidFill>
                  <a:srgbClr val="E6F5FF"/>
                </a:solidFill>
                <a:latin typeface="Arial"/>
                <a:cs typeface="Arial"/>
              </a:rPr>
              <a:t>Medical</a:t>
            </a:r>
            <a:r>
              <a:rPr sz="1150" spc="65" dirty="0">
                <a:solidFill>
                  <a:srgbClr val="E6F5FF"/>
                </a:solidFill>
                <a:latin typeface="Arial"/>
                <a:cs typeface="Arial"/>
              </a:rPr>
              <a:t> </a:t>
            </a:r>
            <a:r>
              <a:rPr sz="1150" spc="55" dirty="0">
                <a:solidFill>
                  <a:srgbClr val="E6F5FF"/>
                </a:solidFill>
                <a:latin typeface="Arial"/>
                <a:cs typeface="Arial"/>
              </a:rPr>
              <a:t>Informatics</a:t>
            </a:r>
            <a:r>
              <a:rPr sz="1150" spc="60" dirty="0">
                <a:solidFill>
                  <a:srgbClr val="E6F5FF"/>
                </a:solidFill>
                <a:latin typeface="Arial"/>
                <a:cs typeface="Arial"/>
              </a:rPr>
              <a:t> </a:t>
            </a:r>
            <a:r>
              <a:rPr sz="1150" dirty="0">
                <a:solidFill>
                  <a:srgbClr val="E6F5FF"/>
                </a:solidFill>
                <a:latin typeface="Arial"/>
                <a:cs typeface="Arial"/>
              </a:rPr>
              <a:t>Association,</a:t>
            </a:r>
            <a:r>
              <a:rPr sz="1150" spc="60" dirty="0">
                <a:solidFill>
                  <a:srgbClr val="E6F5FF"/>
                </a:solidFill>
                <a:latin typeface="Arial"/>
                <a:cs typeface="Arial"/>
              </a:rPr>
              <a:t> </a:t>
            </a:r>
            <a:r>
              <a:rPr sz="1150" spc="50" dirty="0">
                <a:solidFill>
                  <a:srgbClr val="E6F5FF"/>
                </a:solidFill>
                <a:latin typeface="Arial"/>
                <a:cs typeface="Arial"/>
              </a:rPr>
              <a:t>vol.</a:t>
            </a:r>
            <a:r>
              <a:rPr sz="1150" spc="65" dirty="0">
                <a:solidFill>
                  <a:srgbClr val="E6F5FF"/>
                </a:solidFill>
                <a:latin typeface="Arial"/>
                <a:cs typeface="Arial"/>
              </a:rPr>
              <a:t> </a:t>
            </a:r>
            <a:r>
              <a:rPr sz="1150" spc="-10" dirty="0">
                <a:solidFill>
                  <a:srgbClr val="E6F5FF"/>
                </a:solidFill>
                <a:latin typeface="Arial"/>
                <a:cs typeface="Arial"/>
              </a:rPr>
              <a:t>22,</a:t>
            </a:r>
            <a:r>
              <a:rPr sz="1150" spc="60" dirty="0">
                <a:solidFill>
                  <a:srgbClr val="E6F5FF"/>
                </a:solidFill>
                <a:latin typeface="Arial"/>
                <a:cs typeface="Arial"/>
              </a:rPr>
              <a:t> </a:t>
            </a:r>
            <a:r>
              <a:rPr sz="1150" dirty="0">
                <a:solidFill>
                  <a:srgbClr val="E6F5FF"/>
                </a:solidFill>
                <a:latin typeface="Arial"/>
                <a:cs typeface="Arial"/>
              </a:rPr>
              <a:t>no.</a:t>
            </a:r>
            <a:r>
              <a:rPr sz="1150" spc="60" dirty="0">
                <a:solidFill>
                  <a:srgbClr val="E6F5FF"/>
                </a:solidFill>
                <a:latin typeface="Arial"/>
                <a:cs typeface="Arial"/>
              </a:rPr>
              <a:t> </a:t>
            </a:r>
            <a:r>
              <a:rPr sz="1150" dirty="0">
                <a:solidFill>
                  <a:srgbClr val="E6F5FF"/>
                </a:solidFill>
                <a:latin typeface="Arial"/>
                <a:cs typeface="Arial"/>
              </a:rPr>
              <a:t>4,</a:t>
            </a:r>
            <a:r>
              <a:rPr sz="1150" spc="65" dirty="0">
                <a:solidFill>
                  <a:srgbClr val="E6F5FF"/>
                </a:solidFill>
                <a:latin typeface="Arial"/>
                <a:cs typeface="Arial"/>
              </a:rPr>
              <a:t> </a:t>
            </a:r>
            <a:r>
              <a:rPr sz="1150" dirty="0">
                <a:solidFill>
                  <a:srgbClr val="E6F5FF"/>
                </a:solidFill>
                <a:latin typeface="Arial"/>
                <a:cs typeface="Arial"/>
              </a:rPr>
              <a:t>pp.</a:t>
            </a:r>
            <a:r>
              <a:rPr sz="1150" spc="60" dirty="0">
                <a:solidFill>
                  <a:srgbClr val="E6F5FF"/>
                </a:solidFill>
                <a:latin typeface="Arial"/>
                <a:cs typeface="Arial"/>
              </a:rPr>
              <a:t> </a:t>
            </a:r>
            <a:r>
              <a:rPr sz="1150" dirty="0">
                <a:solidFill>
                  <a:srgbClr val="E6F5FF"/>
                </a:solidFill>
                <a:latin typeface="Arial"/>
                <a:cs typeface="Arial"/>
              </a:rPr>
              <a:t>849–856,</a:t>
            </a:r>
            <a:r>
              <a:rPr sz="1150" spc="60" dirty="0">
                <a:solidFill>
                  <a:srgbClr val="E6F5FF"/>
                </a:solidFill>
                <a:latin typeface="Arial"/>
                <a:cs typeface="Arial"/>
              </a:rPr>
              <a:t> </a:t>
            </a:r>
            <a:r>
              <a:rPr sz="1150" spc="-20" dirty="0">
                <a:solidFill>
                  <a:srgbClr val="E6F5FF"/>
                </a:solidFill>
                <a:latin typeface="Arial"/>
                <a:cs typeface="Arial"/>
              </a:rPr>
              <a:t>2015.</a:t>
            </a:r>
            <a:endParaRPr sz="1150">
              <a:latin typeface="Arial"/>
              <a:cs typeface="Arial"/>
            </a:endParaRPr>
          </a:p>
          <a:p>
            <a:pPr>
              <a:lnSpc>
                <a:spcPct val="100000"/>
              </a:lnSpc>
              <a:spcBef>
                <a:spcPts val="415"/>
              </a:spcBef>
              <a:buAutoNum type="arabicPlain"/>
            </a:pPr>
            <a:endParaRPr sz="1150">
              <a:latin typeface="Arial"/>
              <a:cs typeface="Arial"/>
            </a:endParaRPr>
          </a:p>
          <a:p>
            <a:pPr marL="3077210" indent="-290830">
              <a:lnSpc>
                <a:spcPct val="100000"/>
              </a:lnSpc>
              <a:buAutoNum type="arabicPlain"/>
              <a:tabLst>
                <a:tab pos="3077210" algn="l"/>
              </a:tabLst>
            </a:pPr>
            <a:r>
              <a:rPr sz="1150" dirty="0">
                <a:solidFill>
                  <a:srgbClr val="E6F5FF"/>
                </a:solidFill>
                <a:latin typeface="Arial"/>
                <a:cs typeface="Arial"/>
              </a:rPr>
              <a:t>J.</a:t>
            </a:r>
            <a:r>
              <a:rPr sz="1150" spc="45" dirty="0">
                <a:solidFill>
                  <a:srgbClr val="E6F5FF"/>
                </a:solidFill>
                <a:latin typeface="Arial"/>
                <a:cs typeface="Arial"/>
              </a:rPr>
              <a:t> </a:t>
            </a:r>
            <a:r>
              <a:rPr sz="1150" dirty="0">
                <a:solidFill>
                  <a:srgbClr val="E6F5FF"/>
                </a:solidFill>
                <a:latin typeface="Arial"/>
                <a:cs typeface="Arial"/>
              </a:rPr>
              <a:t>Jiang,</a:t>
            </a:r>
            <a:r>
              <a:rPr sz="1150" spc="45" dirty="0">
                <a:solidFill>
                  <a:srgbClr val="E6F5FF"/>
                </a:solidFill>
                <a:latin typeface="Arial"/>
                <a:cs typeface="Arial"/>
              </a:rPr>
              <a:t> </a:t>
            </a:r>
            <a:r>
              <a:rPr sz="1150" dirty="0">
                <a:solidFill>
                  <a:srgbClr val="E6F5FF"/>
                </a:solidFill>
                <a:latin typeface="Arial"/>
                <a:cs typeface="Arial"/>
              </a:rPr>
              <a:t>B.</a:t>
            </a:r>
            <a:r>
              <a:rPr sz="1150" spc="45" dirty="0">
                <a:solidFill>
                  <a:srgbClr val="E6F5FF"/>
                </a:solidFill>
                <a:latin typeface="Arial"/>
                <a:cs typeface="Arial"/>
              </a:rPr>
              <a:t> </a:t>
            </a:r>
            <a:r>
              <a:rPr sz="1150" dirty="0">
                <a:solidFill>
                  <a:srgbClr val="E6F5FF"/>
                </a:solidFill>
                <a:latin typeface="Arial"/>
                <a:cs typeface="Arial"/>
              </a:rPr>
              <a:t>Guo,</a:t>
            </a:r>
            <a:r>
              <a:rPr sz="1150" spc="45" dirty="0">
                <a:solidFill>
                  <a:srgbClr val="E6F5FF"/>
                </a:solidFill>
                <a:latin typeface="Arial"/>
                <a:cs typeface="Arial"/>
              </a:rPr>
              <a:t> </a:t>
            </a:r>
            <a:r>
              <a:rPr sz="1150" spc="-110" dirty="0">
                <a:solidFill>
                  <a:srgbClr val="E6F5FF"/>
                </a:solidFill>
                <a:latin typeface="Arial"/>
                <a:cs typeface="Arial"/>
              </a:rPr>
              <a:t>Y.</a:t>
            </a:r>
            <a:r>
              <a:rPr sz="1150" spc="45" dirty="0">
                <a:solidFill>
                  <a:srgbClr val="E6F5FF"/>
                </a:solidFill>
                <a:latin typeface="Arial"/>
                <a:cs typeface="Arial"/>
              </a:rPr>
              <a:t> </a:t>
            </a:r>
            <a:r>
              <a:rPr sz="1150" dirty="0">
                <a:solidFill>
                  <a:srgbClr val="E6F5FF"/>
                </a:solidFill>
                <a:latin typeface="Arial"/>
                <a:cs typeface="Arial"/>
              </a:rPr>
              <a:t>Li,</a:t>
            </a:r>
            <a:r>
              <a:rPr sz="1150" spc="45" dirty="0">
                <a:solidFill>
                  <a:srgbClr val="E6F5FF"/>
                </a:solidFill>
                <a:latin typeface="Arial"/>
                <a:cs typeface="Arial"/>
              </a:rPr>
              <a:t> </a:t>
            </a:r>
            <a:r>
              <a:rPr sz="1150" spc="50" dirty="0">
                <a:solidFill>
                  <a:srgbClr val="E6F5FF"/>
                </a:solidFill>
                <a:latin typeface="Arial"/>
                <a:cs typeface="Arial"/>
              </a:rPr>
              <a:t>and </a:t>
            </a:r>
            <a:r>
              <a:rPr sz="1150" dirty="0">
                <a:solidFill>
                  <a:srgbClr val="E6F5FF"/>
                </a:solidFill>
                <a:latin typeface="Arial"/>
                <a:cs typeface="Arial"/>
              </a:rPr>
              <a:t>J.</a:t>
            </a:r>
            <a:r>
              <a:rPr sz="1150" spc="45" dirty="0">
                <a:solidFill>
                  <a:srgbClr val="E6F5FF"/>
                </a:solidFill>
                <a:latin typeface="Arial"/>
                <a:cs typeface="Arial"/>
              </a:rPr>
              <a:t> </a:t>
            </a:r>
            <a:r>
              <a:rPr sz="1150" dirty="0">
                <a:solidFill>
                  <a:srgbClr val="E6F5FF"/>
                </a:solidFill>
                <a:latin typeface="Arial"/>
                <a:cs typeface="Arial"/>
              </a:rPr>
              <a:t>Chen,</a:t>
            </a:r>
            <a:r>
              <a:rPr sz="1150" spc="45" dirty="0">
                <a:solidFill>
                  <a:srgbClr val="E6F5FF"/>
                </a:solidFill>
                <a:latin typeface="Arial"/>
                <a:cs typeface="Arial"/>
              </a:rPr>
              <a:t> </a:t>
            </a:r>
            <a:r>
              <a:rPr sz="1150" dirty="0">
                <a:solidFill>
                  <a:srgbClr val="E6F5FF"/>
                </a:solidFill>
                <a:latin typeface="Arial"/>
                <a:cs typeface="Arial"/>
              </a:rPr>
              <a:t>“The</a:t>
            </a:r>
            <a:r>
              <a:rPr sz="1150" spc="45" dirty="0">
                <a:solidFill>
                  <a:srgbClr val="E6F5FF"/>
                </a:solidFill>
                <a:latin typeface="Arial"/>
                <a:cs typeface="Arial"/>
              </a:rPr>
              <a:t> </a:t>
            </a:r>
            <a:r>
              <a:rPr sz="1150" dirty="0">
                <a:solidFill>
                  <a:srgbClr val="E6F5FF"/>
                </a:solidFill>
                <a:latin typeface="Arial"/>
                <a:cs typeface="Arial"/>
              </a:rPr>
              <a:t>Future</a:t>
            </a:r>
            <a:r>
              <a:rPr sz="1150" spc="45" dirty="0">
                <a:solidFill>
                  <a:srgbClr val="E6F5FF"/>
                </a:solidFill>
                <a:latin typeface="Arial"/>
                <a:cs typeface="Arial"/>
              </a:rPr>
              <a:t> </a:t>
            </a:r>
            <a:r>
              <a:rPr sz="1150" spc="85" dirty="0">
                <a:solidFill>
                  <a:srgbClr val="E6F5FF"/>
                </a:solidFill>
                <a:latin typeface="Arial"/>
                <a:cs typeface="Arial"/>
              </a:rPr>
              <a:t>of</a:t>
            </a:r>
            <a:r>
              <a:rPr sz="1150" spc="45" dirty="0">
                <a:solidFill>
                  <a:srgbClr val="E6F5FF"/>
                </a:solidFill>
                <a:latin typeface="Arial"/>
                <a:cs typeface="Arial"/>
              </a:rPr>
              <a:t> Healthcare</a:t>
            </a:r>
            <a:r>
              <a:rPr sz="1150" spc="50" dirty="0">
                <a:solidFill>
                  <a:srgbClr val="E6F5FF"/>
                </a:solidFill>
                <a:latin typeface="Arial"/>
                <a:cs typeface="Arial"/>
              </a:rPr>
              <a:t> </a:t>
            </a:r>
            <a:r>
              <a:rPr sz="1150" spc="75" dirty="0">
                <a:solidFill>
                  <a:srgbClr val="E6F5FF"/>
                </a:solidFill>
                <a:latin typeface="Arial"/>
                <a:cs typeface="Arial"/>
              </a:rPr>
              <a:t>with</a:t>
            </a:r>
            <a:r>
              <a:rPr sz="1150" spc="45" dirty="0">
                <a:solidFill>
                  <a:srgbClr val="E6F5FF"/>
                </a:solidFill>
                <a:latin typeface="Arial"/>
                <a:cs typeface="Arial"/>
              </a:rPr>
              <a:t> </a:t>
            </a:r>
            <a:r>
              <a:rPr sz="1150" spc="60" dirty="0">
                <a:solidFill>
                  <a:srgbClr val="E6F5FF"/>
                </a:solidFill>
                <a:latin typeface="Arial"/>
                <a:cs typeface="Arial"/>
              </a:rPr>
              <a:t>Artificial</a:t>
            </a:r>
            <a:r>
              <a:rPr sz="1150" spc="45" dirty="0">
                <a:solidFill>
                  <a:srgbClr val="E6F5FF"/>
                </a:solidFill>
                <a:latin typeface="Arial"/>
                <a:cs typeface="Arial"/>
              </a:rPr>
              <a:t> </a:t>
            </a:r>
            <a:r>
              <a:rPr sz="1150" dirty="0">
                <a:solidFill>
                  <a:srgbClr val="E6F5FF"/>
                </a:solidFill>
                <a:latin typeface="Arial"/>
                <a:cs typeface="Arial"/>
              </a:rPr>
              <a:t>Intelligence,”</a:t>
            </a:r>
            <a:r>
              <a:rPr sz="1150" spc="45" dirty="0">
                <a:solidFill>
                  <a:srgbClr val="E6F5FF"/>
                </a:solidFill>
                <a:latin typeface="Arial"/>
                <a:cs typeface="Arial"/>
              </a:rPr>
              <a:t> Healthcare </a:t>
            </a:r>
            <a:r>
              <a:rPr sz="1150" dirty="0">
                <a:solidFill>
                  <a:srgbClr val="E6F5FF"/>
                </a:solidFill>
                <a:latin typeface="Arial"/>
                <a:cs typeface="Arial"/>
              </a:rPr>
              <a:t>Technology</a:t>
            </a:r>
            <a:r>
              <a:rPr sz="1150" spc="45" dirty="0">
                <a:solidFill>
                  <a:srgbClr val="E6F5FF"/>
                </a:solidFill>
                <a:latin typeface="Arial"/>
                <a:cs typeface="Arial"/>
              </a:rPr>
              <a:t> </a:t>
            </a:r>
            <a:r>
              <a:rPr sz="1150" dirty="0">
                <a:solidFill>
                  <a:srgbClr val="E6F5FF"/>
                </a:solidFill>
                <a:latin typeface="Arial"/>
                <a:cs typeface="Arial"/>
              </a:rPr>
              <a:t>Letters,</a:t>
            </a:r>
            <a:r>
              <a:rPr sz="1150" spc="50" dirty="0">
                <a:solidFill>
                  <a:srgbClr val="E6F5FF"/>
                </a:solidFill>
                <a:latin typeface="Arial"/>
                <a:cs typeface="Arial"/>
              </a:rPr>
              <a:t> vol.</a:t>
            </a:r>
            <a:r>
              <a:rPr sz="1150" spc="45" dirty="0">
                <a:solidFill>
                  <a:srgbClr val="E6F5FF"/>
                </a:solidFill>
                <a:latin typeface="Arial"/>
                <a:cs typeface="Arial"/>
              </a:rPr>
              <a:t> </a:t>
            </a:r>
            <a:r>
              <a:rPr sz="1150" dirty="0">
                <a:solidFill>
                  <a:srgbClr val="E6F5FF"/>
                </a:solidFill>
                <a:latin typeface="Arial"/>
                <a:cs typeface="Arial"/>
              </a:rPr>
              <a:t>4,</a:t>
            </a:r>
            <a:r>
              <a:rPr sz="1150" spc="45" dirty="0">
                <a:solidFill>
                  <a:srgbClr val="E6F5FF"/>
                </a:solidFill>
                <a:latin typeface="Arial"/>
                <a:cs typeface="Arial"/>
              </a:rPr>
              <a:t> </a:t>
            </a:r>
            <a:r>
              <a:rPr sz="1150" dirty="0">
                <a:solidFill>
                  <a:srgbClr val="E6F5FF"/>
                </a:solidFill>
                <a:latin typeface="Arial"/>
                <a:cs typeface="Arial"/>
              </a:rPr>
              <a:t>no.</a:t>
            </a:r>
            <a:r>
              <a:rPr sz="1150" spc="45" dirty="0">
                <a:solidFill>
                  <a:srgbClr val="E6F5FF"/>
                </a:solidFill>
                <a:latin typeface="Arial"/>
                <a:cs typeface="Arial"/>
              </a:rPr>
              <a:t> </a:t>
            </a:r>
            <a:r>
              <a:rPr sz="1150" dirty="0">
                <a:solidFill>
                  <a:srgbClr val="E6F5FF"/>
                </a:solidFill>
                <a:latin typeface="Arial"/>
                <a:cs typeface="Arial"/>
              </a:rPr>
              <a:t>5,</a:t>
            </a:r>
            <a:r>
              <a:rPr sz="1150" spc="45" dirty="0">
                <a:solidFill>
                  <a:srgbClr val="E6F5FF"/>
                </a:solidFill>
                <a:latin typeface="Arial"/>
                <a:cs typeface="Arial"/>
              </a:rPr>
              <a:t> </a:t>
            </a:r>
            <a:r>
              <a:rPr sz="1150" dirty="0">
                <a:solidFill>
                  <a:srgbClr val="E6F5FF"/>
                </a:solidFill>
                <a:latin typeface="Arial"/>
                <a:cs typeface="Arial"/>
              </a:rPr>
              <a:t>pp.</a:t>
            </a:r>
            <a:r>
              <a:rPr sz="1150" spc="45" dirty="0">
                <a:solidFill>
                  <a:srgbClr val="E6F5FF"/>
                </a:solidFill>
                <a:latin typeface="Arial"/>
                <a:cs typeface="Arial"/>
              </a:rPr>
              <a:t> </a:t>
            </a:r>
            <a:r>
              <a:rPr sz="1150" spc="-100" dirty="0">
                <a:solidFill>
                  <a:srgbClr val="E6F5FF"/>
                </a:solidFill>
                <a:latin typeface="Arial"/>
                <a:cs typeface="Arial"/>
              </a:rPr>
              <a:t>1–</a:t>
            </a:r>
            <a:r>
              <a:rPr sz="1150" dirty="0">
                <a:solidFill>
                  <a:srgbClr val="E6F5FF"/>
                </a:solidFill>
                <a:latin typeface="Arial"/>
                <a:cs typeface="Arial"/>
              </a:rPr>
              <a:t>10,</a:t>
            </a:r>
            <a:r>
              <a:rPr sz="1150" spc="45" dirty="0">
                <a:solidFill>
                  <a:srgbClr val="E6F5FF"/>
                </a:solidFill>
                <a:latin typeface="Arial"/>
                <a:cs typeface="Arial"/>
              </a:rPr>
              <a:t> </a:t>
            </a:r>
            <a:r>
              <a:rPr sz="1150" spc="-10" dirty="0">
                <a:solidFill>
                  <a:srgbClr val="E6F5FF"/>
                </a:solidFill>
                <a:latin typeface="Arial"/>
                <a:cs typeface="Arial"/>
              </a:rPr>
              <a:t>2018.</a:t>
            </a:r>
            <a:endParaRPr sz="1150">
              <a:latin typeface="Arial"/>
              <a:cs typeface="Arial"/>
            </a:endParaRPr>
          </a:p>
          <a:p>
            <a:pPr>
              <a:lnSpc>
                <a:spcPct val="100000"/>
              </a:lnSpc>
              <a:spcBef>
                <a:spcPts val="409"/>
              </a:spcBef>
              <a:buAutoNum type="arabicPlain"/>
            </a:pPr>
            <a:endParaRPr sz="1150">
              <a:latin typeface="Arial"/>
              <a:cs typeface="Arial"/>
            </a:endParaRPr>
          </a:p>
          <a:p>
            <a:pPr marL="3246120" indent="-293370">
              <a:lnSpc>
                <a:spcPct val="100000"/>
              </a:lnSpc>
              <a:buAutoNum type="arabicPlain"/>
              <a:tabLst>
                <a:tab pos="3246120" algn="l"/>
              </a:tabLst>
            </a:pPr>
            <a:r>
              <a:rPr sz="1150" spc="-55" dirty="0">
                <a:solidFill>
                  <a:srgbClr val="E6F5FF"/>
                </a:solidFill>
                <a:latin typeface="Arial"/>
                <a:cs typeface="Arial"/>
              </a:rPr>
              <a:t>S.</a:t>
            </a:r>
            <a:r>
              <a:rPr sz="1150" spc="20" dirty="0">
                <a:solidFill>
                  <a:srgbClr val="E6F5FF"/>
                </a:solidFill>
                <a:latin typeface="Arial"/>
                <a:cs typeface="Arial"/>
              </a:rPr>
              <a:t> </a:t>
            </a:r>
            <a:r>
              <a:rPr sz="1150" dirty="0">
                <a:solidFill>
                  <a:srgbClr val="E6F5FF"/>
                </a:solidFill>
                <a:latin typeface="Arial"/>
                <a:cs typeface="Arial"/>
              </a:rPr>
              <a:t>Ryu,</a:t>
            </a:r>
            <a:r>
              <a:rPr sz="1150" spc="20" dirty="0">
                <a:solidFill>
                  <a:srgbClr val="E6F5FF"/>
                </a:solidFill>
                <a:latin typeface="Arial"/>
                <a:cs typeface="Arial"/>
              </a:rPr>
              <a:t> </a:t>
            </a:r>
            <a:r>
              <a:rPr sz="1150" dirty="0">
                <a:solidFill>
                  <a:srgbClr val="E6F5FF"/>
                </a:solidFill>
                <a:latin typeface="Arial"/>
                <a:cs typeface="Arial"/>
              </a:rPr>
              <a:t>“Telemedicine:</a:t>
            </a:r>
            <a:r>
              <a:rPr sz="1150" spc="20" dirty="0">
                <a:solidFill>
                  <a:srgbClr val="E6F5FF"/>
                </a:solidFill>
                <a:latin typeface="Arial"/>
                <a:cs typeface="Arial"/>
              </a:rPr>
              <a:t> </a:t>
            </a:r>
            <a:r>
              <a:rPr sz="1150" spc="60" dirty="0">
                <a:solidFill>
                  <a:srgbClr val="E6F5FF"/>
                </a:solidFill>
                <a:latin typeface="Arial"/>
                <a:cs typeface="Arial"/>
              </a:rPr>
              <a:t>Opportunities</a:t>
            </a:r>
            <a:r>
              <a:rPr sz="1150" spc="20" dirty="0">
                <a:solidFill>
                  <a:srgbClr val="E6F5FF"/>
                </a:solidFill>
                <a:latin typeface="Arial"/>
                <a:cs typeface="Arial"/>
              </a:rPr>
              <a:t> </a:t>
            </a:r>
            <a:r>
              <a:rPr sz="1150" spc="50" dirty="0">
                <a:solidFill>
                  <a:srgbClr val="E6F5FF"/>
                </a:solidFill>
                <a:latin typeface="Arial"/>
                <a:cs typeface="Arial"/>
              </a:rPr>
              <a:t>and</a:t>
            </a:r>
            <a:r>
              <a:rPr sz="1150" spc="20" dirty="0">
                <a:solidFill>
                  <a:srgbClr val="E6F5FF"/>
                </a:solidFill>
                <a:latin typeface="Arial"/>
                <a:cs typeface="Arial"/>
              </a:rPr>
              <a:t> </a:t>
            </a:r>
            <a:r>
              <a:rPr sz="1150" spc="50" dirty="0">
                <a:solidFill>
                  <a:srgbClr val="E6F5FF"/>
                </a:solidFill>
                <a:latin typeface="Arial"/>
                <a:cs typeface="Arial"/>
              </a:rPr>
              <a:t>Developments</a:t>
            </a:r>
            <a:r>
              <a:rPr sz="1150" spc="20" dirty="0">
                <a:solidFill>
                  <a:srgbClr val="E6F5FF"/>
                </a:solidFill>
                <a:latin typeface="Arial"/>
                <a:cs typeface="Arial"/>
              </a:rPr>
              <a:t> </a:t>
            </a:r>
            <a:r>
              <a:rPr sz="1150" spc="60" dirty="0">
                <a:solidFill>
                  <a:srgbClr val="E6F5FF"/>
                </a:solidFill>
                <a:latin typeface="Arial"/>
                <a:cs typeface="Arial"/>
              </a:rPr>
              <a:t>in</a:t>
            </a:r>
            <a:r>
              <a:rPr sz="1150" spc="20" dirty="0">
                <a:solidFill>
                  <a:srgbClr val="E6F5FF"/>
                </a:solidFill>
                <a:latin typeface="Arial"/>
                <a:cs typeface="Arial"/>
              </a:rPr>
              <a:t> </a:t>
            </a:r>
            <a:r>
              <a:rPr sz="1150" spc="55" dirty="0">
                <a:solidFill>
                  <a:srgbClr val="E6F5FF"/>
                </a:solidFill>
                <a:latin typeface="Arial"/>
                <a:cs typeface="Arial"/>
              </a:rPr>
              <a:t>Member</a:t>
            </a:r>
            <a:r>
              <a:rPr sz="1150" spc="20" dirty="0">
                <a:solidFill>
                  <a:srgbClr val="E6F5FF"/>
                </a:solidFill>
                <a:latin typeface="Arial"/>
                <a:cs typeface="Arial"/>
              </a:rPr>
              <a:t> </a:t>
            </a:r>
            <a:r>
              <a:rPr sz="1150" dirty="0">
                <a:solidFill>
                  <a:srgbClr val="E6F5FF"/>
                </a:solidFill>
                <a:latin typeface="Arial"/>
                <a:cs typeface="Arial"/>
              </a:rPr>
              <a:t>States,”</a:t>
            </a:r>
            <a:r>
              <a:rPr sz="1150" spc="20" dirty="0">
                <a:solidFill>
                  <a:srgbClr val="E6F5FF"/>
                </a:solidFill>
                <a:latin typeface="Arial"/>
                <a:cs typeface="Arial"/>
              </a:rPr>
              <a:t> </a:t>
            </a:r>
            <a:r>
              <a:rPr sz="1150" spc="45" dirty="0">
                <a:solidFill>
                  <a:srgbClr val="E6F5FF"/>
                </a:solidFill>
                <a:latin typeface="Arial"/>
                <a:cs typeface="Arial"/>
              </a:rPr>
              <a:t>Healthcare</a:t>
            </a:r>
            <a:r>
              <a:rPr sz="1150" spc="20" dirty="0">
                <a:solidFill>
                  <a:srgbClr val="E6F5FF"/>
                </a:solidFill>
                <a:latin typeface="Arial"/>
                <a:cs typeface="Arial"/>
              </a:rPr>
              <a:t> </a:t>
            </a:r>
            <a:r>
              <a:rPr sz="1150" spc="55" dirty="0">
                <a:solidFill>
                  <a:srgbClr val="E6F5FF"/>
                </a:solidFill>
                <a:latin typeface="Arial"/>
                <a:cs typeface="Arial"/>
              </a:rPr>
              <a:t>Informatics</a:t>
            </a:r>
            <a:r>
              <a:rPr sz="1150" spc="20" dirty="0">
                <a:solidFill>
                  <a:srgbClr val="E6F5FF"/>
                </a:solidFill>
                <a:latin typeface="Arial"/>
                <a:cs typeface="Arial"/>
              </a:rPr>
              <a:t> </a:t>
            </a:r>
            <a:r>
              <a:rPr sz="1150" dirty="0">
                <a:solidFill>
                  <a:srgbClr val="E6F5FF"/>
                </a:solidFill>
                <a:latin typeface="Arial"/>
                <a:cs typeface="Arial"/>
              </a:rPr>
              <a:t>Research,</a:t>
            </a:r>
            <a:r>
              <a:rPr sz="1150" spc="20" dirty="0">
                <a:solidFill>
                  <a:srgbClr val="E6F5FF"/>
                </a:solidFill>
                <a:latin typeface="Arial"/>
                <a:cs typeface="Arial"/>
              </a:rPr>
              <a:t> </a:t>
            </a:r>
            <a:r>
              <a:rPr sz="1150" spc="50" dirty="0">
                <a:solidFill>
                  <a:srgbClr val="E6F5FF"/>
                </a:solidFill>
                <a:latin typeface="Arial"/>
                <a:cs typeface="Arial"/>
              </a:rPr>
              <a:t>vol.</a:t>
            </a:r>
            <a:r>
              <a:rPr sz="1150" spc="20" dirty="0">
                <a:solidFill>
                  <a:srgbClr val="E6F5FF"/>
                </a:solidFill>
                <a:latin typeface="Arial"/>
                <a:cs typeface="Arial"/>
              </a:rPr>
              <a:t> </a:t>
            </a:r>
            <a:r>
              <a:rPr sz="1150" dirty="0">
                <a:solidFill>
                  <a:srgbClr val="E6F5FF"/>
                </a:solidFill>
                <a:latin typeface="Arial"/>
                <a:cs typeface="Arial"/>
              </a:rPr>
              <a:t>18,</a:t>
            </a:r>
            <a:r>
              <a:rPr sz="1150" spc="20" dirty="0">
                <a:solidFill>
                  <a:srgbClr val="E6F5FF"/>
                </a:solidFill>
                <a:latin typeface="Arial"/>
                <a:cs typeface="Arial"/>
              </a:rPr>
              <a:t> </a:t>
            </a:r>
            <a:r>
              <a:rPr sz="1150" dirty="0">
                <a:solidFill>
                  <a:srgbClr val="E6F5FF"/>
                </a:solidFill>
                <a:latin typeface="Arial"/>
                <a:cs typeface="Arial"/>
              </a:rPr>
              <a:t>no.</a:t>
            </a:r>
            <a:r>
              <a:rPr sz="1150" spc="20" dirty="0">
                <a:solidFill>
                  <a:srgbClr val="E6F5FF"/>
                </a:solidFill>
                <a:latin typeface="Arial"/>
                <a:cs typeface="Arial"/>
              </a:rPr>
              <a:t> </a:t>
            </a:r>
            <a:r>
              <a:rPr sz="1150" dirty="0">
                <a:solidFill>
                  <a:srgbClr val="E6F5FF"/>
                </a:solidFill>
                <a:latin typeface="Arial"/>
                <a:cs typeface="Arial"/>
              </a:rPr>
              <a:t>2,</a:t>
            </a:r>
            <a:r>
              <a:rPr sz="1150" spc="20" dirty="0">
                <a:solidFill>
                  <a:srgbClr val="E6F5FF"/>
                </a:solidFill>
                <a:latin typeface="Arial"/>
                <a:cs typeface="Arial"/>
              </a:rPr>
              <a:t> </a:t>
            </a:r>
            <a:r>
              <a:rPr sz="1150" dirty="0">
                <a:solidFill>
                  <a:srgbClr val="E6F5FF"/>
                </a:solidFill>
                <a:latin typeface="Arial"/>
                <a:cs typeface="Arial"/>
              </a:rPr>
              <a:t>pp.</a:t>
            </a:r>
            <a:r>
              <a:rPr sz="1150" spc="20" dirty="0">
                <a:solidFill>
                  <a:srgbClr val="E6F5FF"/>
                </a:solidFill>
                <a:latin typeface="Arial"/>
                <a:cs typeface="Arial"/>
              </a:rPr>
              <a:t> </a:t>
            </a:r>
            <a:r>
              <a:rPr sz="1150" spc="-25" dirty="0">
                <a:solidFill>
                  <a:srgbClr val="E6F5FF"/>
                </a:solidFill>
                <a:latin typeface="Arial"/>
                <a:cs typeface="Arial"/>
              </a:rPr>
              <a:t>153–</a:t>
            </a:r>
            <a:r>
              <a:rPr sz="1150" dirty="0">
                <a:solidFill>
                  <a:srgbClr val="E6F5FF"/>
                </a:solidFill>
                <a:latin typeface="Arial"/>
                <a:cs typeface="Arial"/>
              </a:rPr>
              <a:t>155,</a:t>
            </a:r>
            <a:r>
              <a:rPr sz="1150" spc="20" dirty="0">
                <a:solidFill>
                  <a:srgbClr val="E6F5FF"/>
                </a:solidFill>
                <a:latin typeface="Arial"/>
                <a:cs typeface="Arial"/>
              </a:rPr>
              <a:t> </a:t>
            </a:r>
            <a:r>
              <a:rPr sz="1150" spc="-10" dirty="0">
                <a:solidFill>
                  <a:srgbClr val="E6F5FF"/>
                </a:solidFill>
                <a:latin typeface="Arial"/>
                <a:cs typeface="Arial"/>
              </a:rPr>
              <a:t>2012.</a:t>
            </a:r>
            <a:endParaRPr sz="1150">
              <a:latin typeface="Arial"/>
              <a:cs typeface="Arial"/>
            </a:endParaRPr>
          </a:p>
          <a:p>
            <a:pPr>
              <a:lnSpc>
                <a:spcPct val="100000"/>
              </a:lnSpc>
              <a:spcBef>
                <a:spcPts val="409"/>
              </a:spcBef>
              <a:buAutoNum type="arabicPlain"/>
            </a:pPr>
            <a:endParaRPr sz="1150">
              <a:latin typeface="Arial"/>
              <a:cs typeface="Arial"/>
            </a:endParaRPr>
          </a:p>
          <a:p>
            <a:pPr marL="1913255" indent="-297815">
              <a:lnSpc>
                <a:spcPct val="100000"/>
              </a:lnSpc>
              <a:buAutoNum type="arabicPlain"/>
              <a:tabLst>
                <a:tab pos="1913255" algn="l"/>
              </a:tabLst>
            </a:pPr>
            <a:r>
              <a:rPr sz="1150" spc="-55" dirty="0">
                <a:solidFill>
                  <a:srgbClr val="E6F5FF"/>
                </a:solidFill>
                <a:latin typeface="Arial"/>
                <a:cs typeface="Arial"/>
              </a:rPr>
              <a:t>R.</a:t>
            </a:r>
            <a:r>
              <a:rPr sz="1150" spc="35" dirty="0">
                <a:solidFill>
                  <a:srgbClr val="E6F5FF"/>
                </a:solidFill>
                <a:latin typeface="Arial"/>
                <a:cs typeface="Arial"/>
              </a:rPr>
              <a:t> </a:t>
            </a:r>
            <a:r>
              <a:rPr sz="1150" dirty="0">
                <a:solidFill>
                  <a:srgbClr val="E6F5FF"/>
                </a:solidFill>
                <a:latin typeface="Arial"/>
                <a:cs typeface="Arial"/>
              </a:rPr>
              <a:t>Agarwal,</a:t>
            </a:r>
            <a:r>
              <a:rPr sz="1150" spc="40" dirty="0">
                <a:solidFill>
                  <a:srgbClr val="E6F5FF"/>
                </a:solidFill>
                <a:latin typeface="Arial"/>
                <a:cs typeface="Arial"/>
              </a:rPr>
              <a:t> </a:t>
            </a:r>
            <a:r>
              <a:rPr sz="1150" spc="-50" dirty="0">
                <a:solidFill>
                  <a:srgbClr val="E6F5FF"/>
                </a:solidFill>
                <a:latin typeface="Arial"/>
                <a:cs typeface="Arial"/>
              </a:rPr>
              <a:t>G.</a:t>
            </a:r>
            <a:r>
              <a:rPr sz="1150" spc="40" dirty="0">
                <a:solidFill>
                  <a:srgbClr val="E6F5FF"/>
                </a:solidFill>
                <a:latin typeface="Arial"/>
                <a:cs typeface="Arial"/>
              </a:rPr>
              <a:t> </a:t>
            </a:r>
            <a:r>
              <a:rPr sz="1150" spc="-10" dirty="0">
                <a:solidFill>
                  <a:srgbClr val="E6F5FF"/>
                </a:solidFill>
                <a:latin typeface="Arial"/>
                <a:cs typeface="Arial"/>
              </a:rPr>
              <a:t>Gao,</a:t>
            </a:r>
            <a:r>
              <a:rPr sz="1150" spc="35" dirty="0">
                <a:solidFill>
                  <a:srgbClr val="E6F5FF"/>
                </a:solidFill>
                <a:latin typeface="Arial"/>
                <a:cs typeface="Arial"/>
              </a:rPr>
              <a:t> </a:t>
            </a:r>
            <a:r>
              <a:rPr sz="1150" spc="-30" dirty="0">
                <a:solidFill>
                  <a:srgbClr val="E6F5FF"/>
                </a:solidFill>
                <a:latin typeface="Arial"/>
                <a:cs typeface="Arial"/>
              </a:rPr>
              <a:t>C.</a:t>
            </a:r>
            <a:r>
              <a:rPr sz="1150" spc="40" dirty="0">
                <a:solidFill>
                  <a:srgbClr val="E6F5FF"/>
                </a:solidFill>
                <a:latin typeface="Arial"/>
                <a:cs typeface="Arial"/>
              </a:rPr>
              <a:t> </a:t>
            </a:r>
            <a:r>
              <a:rPr sz="1150" dirty="0">
                <a:solidFill>
                  <a:srgbClr val="E6F5FF"/>
                </a:solidFill>
                <a:latin typeface="Arial"/>
                <a:cs typeface="Arial"/>
              </a:rPr>
              <a:t>DesRoches,</a:t>
            </a:r>
            <a:r>
              <a:rPr sz="1150" spc="40" dirty="0">
                <a:solidFill>
                  <a:srgbClr val="E6F5FF"/>
                </a:solidFill>
                <a:latin typeface="Arial"/>
                <a:cs typeface="Arial"/>
              </a:rPr>
              <a:t> </a:t>
            </a:r>
            <a:r>
              <a:rPr sz="1150" spc="50" dirty="0">
                <a:solidFill>
                  <a:srgbClr val="E6F5FF"/>
                </a:solidFill>
                <a:latin typeface="Arial"/>
                <a:cs typeface="Arial"/>
              </a:rPr>
              <a:t>and</a:t>
            </a:r>
            <a:r>
              <a:rPr sz="1150" spc="40" dirty="0">
                <a:solidFill>
                  <a:srgbClr val="E6F5FF"/>
                </a:solidFill>
                <a:latin typeface="Arial"/>
                <a:cs typeface="Arial"/>
              </a:rPr>
              <a:t> </a:t>
            </a:r>
            <a:r>
              <a:rPr sz="1150" dirty="0">
                <a:solidFill>
                  <a:srgbClr val="E6F5FF"/>
                </a:solidFill>
                <a:latin typeface="Arial"/>
                <a:cs typeface="Arial"/>
              </a:rPr>
              <a:t>A.</a:t>
            </a:r>
            <a:r>
              <a:rPr sz="1150" spc="35" dirty="0">
                <a:solidFill>
                  <a:srgbClr val="E6F5FF"/>
                </a:solidFill>
                <a:latin typeface="Arial"/>
                <a:cs typeface="Arial"/>
              </a:rPr>
              <a:t> </a:t>
            </a:r>
            <a:r>
              <a:rPr sz="1150" spc="-10" dirty="0">
                <a:solidFill>
                  <a:srgbClr val="E6F5FF"/>
                </a:solidFill>
                <a:latin typeface="Arial"/>
                <a:cs typeface="Arial"/>
              </a:rPr>
              <a:t>K.</a:t>
            </a:r>
            <a:r>
              <a:rPr sz="1150" spc="40" dirty="0">
                <a:solidFill>
                  <a:srgbClr val="E6F5FF"/>
                </a:solidFill>
                <a:latin typeface="Arial"/>
                <a:cs typeface="Arial"/>
              </a:rPr>
              <a:t> </a:t>
            </a:r>
            <a:r>
              <a:rPr sz="1150" dirty="0">
                <a:solidFill>
                  <a:srgbClr val="E6F5FF"/>
                </a:solidFill>
                <a:latin typeface="Arial"/>
                <a:cs typeface="Arial"/>
              </a:rPr>
              <a:t>Jha,</a:t>
            </a:r>
            <a:r>
              <a:rPr sz="1150" spc="40" dirty="0">
                <a:solidFill>
                  <a:srgbClr val="E6F5FF"/>
                </a:solidFill>
                <a:latin typeface="Arial"/>
                <a:cs typeface="Arial"/>
              </a:rPr>
              <a:t> </a:t>
            </a:r>
            <a:r>
              <a:rPr sz="1150" dirty="0">
                <a:solidFill>
                  <a:srgbClr val="E6F5FF"/>
                </a:solidFill>
                <a:latin typeface="Arial"/>
                <a:cs typeface="Arial"/>
              </a:rPr>
              <a:t>“Research</a:t>
            </a:r>
            <a:r>
              <a:rPr sz="1150" spc="35" dirty="0">
                <a:solidFill>
                  <a:srgbClr val="E6F5FF"/>
                </a:solidFill>
                <a:latin typeface="Arial"/>
                <a:cs typeface="Arial"/>
              </a:rPr>
              <a:t> </a:t>
            </a:r>
            <a:r>
              <a:rPr sz="1150" dirty="0">
                <a:solidFill>
                  <a:srgbClr val="E6F5FF"/>
                </a:solidFill>
                <a:latin typeface="Arial"/>
                <a:cs typeface="Arial"/>
              </a:rPr>
              <a:t>Commentary—The</a:t>
            </a:r>
            <a:r>
              <a:rPr sz="1150" spc="40" dirty="0">
                <a:solidFill>
                  <a:srgbClr val="E6F5FF"/>
                </a:solidFill>
                <a:latin typeface="Arial"/>
                <a:cs typeface="Arial"/>
              </a:rPr>
              <a:t> </a:t>
            </a:r>
            <a:r>
              <a:rPr sz="1150" spc="45" dirty="0">
                <a:solidFill>
                  <a:srgbClr val="E6F5FF"/>
                </a:solidFill>
                <a:latin typeface="Arial"/>
                <a:cs typeface="Arial"/>
              </a:rPr>
              <a:t>Digital</a:t>
            </a:r>
            <a:r>
              <a:rPr sz="1150" spc="40" dirty="0">
                <a:solidFill>
                  <a:srgbClr val="E6F5FF"/>
                </a:solidFill>
                <a:latin typeface="Arial"/>
                <a:cs typeface="Arial"/>
              </a:rPr>
              <a:t> </a:t>
            </a:r>
            <a:r>
              <a:rPr sz="1150" spc="45" dirty="0">
                <a:solidFill>
                  <a:srgbClr val="E6F5FF"/>
                </a:solidFill>
                <a:latin typeface="Arial"/>
                <a:cs typeface="Arial"/>
              </a:rPr>
              <a:t>Transformation</a:t>
            </a:r>
            <a:r>
              <a:rPr sz="1150" spc="40" dirty="0">
                <a:solidFill>
                  <a:srgbClr val="E6F5FF"/>
                </a:solidFill>
                <a:latin typeface="Arial"/>
                <a:cs typeface="Arial"/>
              </a:rPr>
              <a:t> </a:t>
            </a:r>
            <a:r>
              <a:rPr sz="1150" spc="85" dirty="0">
                <a:solidFill>
                  <a:srgbClr val="E6F5FF"/>
                </a:solidFill>
                <a:latin typeface="Arial"/>
                <a:cs typeface="Arial"/>
              </a:rPr>
              <a:t>of</a:t>
            </a:r>
            <a:r>
              <a:rPr sz="1150" spc="35" dirty="0">
                <a:solidFill>
                  <a:srgbClr val="E6F5FF"/>
                </a:solidFill>
                <a:latin typeface="Arial"/>
                <a:cs typeface="Arial"/>
              </a:rPr>
              <a:t> </a:t>
            </a:r>
            <a:r>
              <a:rPr sz="1150" dirty="0">
                <a:solidFill>
                  <a:srgbClr val="E6F5FF"/>
                </a:solidFill>
                <a:latin typeface="Arial"/>
                <a:cs typeface="Arial"/>
              </a:rPr>
              <a:t>Healthcare,”</a:t>
            </a:r>
            <a:r>
              <a:rPr sz="1150" spc="40" dirty="0">
                <a:solidFill>
                  <a:srgbClr val="E6F5FF"/>
                </a:solidFill>
                <a:latin typeface="Arial"/>
                <a:cs typeface="Arial"/>
              </a:rPr>
              <a:t> </a:t>
            </a:r>
            <a:r>
              <a:rPr sz="1150" spc="60" dirty="0">
                <a:solidFill>
                  <a:srgbClr val="E6F5FF"/>
                </a:solidFill>
                <a:latin typeface="Arial"/>
                <a:cs typeface="Arial"/>
              </a:rPr>
              <a:t>Information</a:t>
            </a:r>
            <a:r>
              <a:rPr sz="1150" spc="40" dirty="0">
                <a:solidFill>
                  <a:srgbClr val="E6F5FF"/>
                </a:solidFill>
                <a:latin typeface="Arial"/>
                <a:cs typeface="Arial"/>
              </a:rPr>
              <a:t> </a:t>
            </a:r>
            <a:r>
              <a:rPr sz="1150" dirty="0">
                <a:solidFill>
                  <a:srgbClr val="E6F5FF"/>
                </a:solidFill>
                <a:latin typeface="Arial"/>
                <a:cs typeface="Arial"/>
              </a:rPr>
              <a:t>Systems</a:t>
            </a:r>
            <a:r>
              <a:rPr sz="1150" spc="40" dirty="0">
                <a:solidFill>
                  <a:srgbClr val="E6F5FF"/>
                </a:solidFill>
                <a:latin typeface="Arial"/>
                <a:cs typeface="Arial"/>
              </a:rPr>
              <a:t> </a:t>
            </a:r>
            <a:r>
              <a:rPr sz="1150" dirty="0">
                <a:solidFill>
                  <a:srgbClr val="E6F5FF"/>
                </a:solidFill>
                <a:latin typeface="Arial"/>
                <a:cs typeface="Arial"/>
              </a:rPr>
              <a:t>Research,</a:t>
            </a:r>
            <a:r>
              <a:rPr sz="1150" spc="35" dirty="0">
                <a:solidFill>
                  <a:srgbClr val="E6F5FF"/>
                </a:solidFill>
                <a:latin typeface="Arial"/>
                <a:cs typeface="Arial"/>
              </a:rPr>
              <a:t> </a:t>
            </a:r>
            <a:r>
              <a:rPr sz="1150" spc="50" dirty="0">
                <a:solidFill>
                  <a:srgbClr val="E6F5FF"/>
                </a:solidFill>
                <a:latin typeface="Arial"/>
                <a:cs typeface="Arial"/>
              </a:rPr>
              <a:t>vol.</a:t>
            </a:r>
            <a:r>
              <a:rPr sz="1150" spc="40" dirty="0">
                <a:solidFill>
                  <a:srgbClr val="E6F5FF"/>
                </a:solidFill>
                <a:latin typeface="Arial"/>
                <a:cs typeface="Arial"/>
              </a:rPr>
              <a:t> </a:t>
            </a:r>
            <a:r>
              <a:rPr sz="1150" spc="-10" dirty="0">
                <a:solidFill>
                  <a:srgbClr val="E6F5FF"/>
                </a:solidFill>
                <a:latin typeface="Arial"/>
                <a:cs typeface="Arial"/>
              </a:rPr>
              <a:t>21,</a:t>
            </a:r>
            <a:r>
              <a:rPr sz="1150" spc="40" dirty="0">
                <a:solidFill>
                  <a:srgbClr val="E6F5FF"/>
                </a:solidFill>
                <a:latin typeface="Arial"/>
                <a:cs typeface="Arial"/>
              </a:rPr>
              <a:t> </a:t>
            </a:r>
            <a:r>
              <a:rPr sz="1150" dirty="0">
                <a:solidFill>
                  <a:srgbClr val="E6F5FF"/>
                </a:solidFill>
                <a:latin typeface="Arial"/>
                <a:cs typeface="Arial"/>
              </a:rPr>
              <a:t>no.</a:t>
            </a:r>
            <a:r>
              <a:rPr sz="1150" spc="35" dirty="0">
                <a:solidFill>
                  <a:srgbClr val="E6F5FF"/>
                </a:solidFill>
                <a:latin typeface="Arial"/>
                <a:cs typeface="Arial"/>
              </a:rPr>
              <a:t> </a:t>
            </a:r>
            <a:r>
              <a:rPr sz="1150" dirty="0">
                <a:solidFill>
                  <a:srgbClr val="E6F5FF"/>
                </a:solidFill>
                <a:latin typeface="Arial"/>
                <a:cs typeface="Arial"/>
              </a:rPr>
              <a:t>4,</a:t>
            </a:r>
            <a:r>
              <a:rPr sz="1150" spc="40" dirty="0">
                <a:solidFill>
                  <a:srgbClr val="E6F5FF"/>
                </a:solidFill>
                <a:latin typeface="Arial"/>
                <a:cs typeface="Arial"/>
              </a:rPr>
              <a:t> </a:t>
            </a:r>
            <a:r>
              <a:rPr sz="1150" dirty="0">
                <a:solidFill>
                  <a:srgbClr val="E6F5FF"/>
                </a:solidFill>
                <a:latin typeface="Arial"/>
                <a:cs typeface="Arial"/>
              </a:rPr>
              <a:t>pp.</a:t>
            </a:r>
            <a:r>
              <a:rPr sz="1150" spc="40" dirty="0">
                <a:solidFill>
                  <a:srgbClr val="E6F5FF"/>
                </a:solidFill>
                <a:latin typeface="Arial"/>
                <a:cs typeface="Arial"/>
              </a:rPr>
              <a:t> </a:t>
            </a:r>
            <a:r>
              <a:rPr sz="1150" dirty="0">
                <a:solidFill>
                  <a:srgbClr val="E6F5FF"/>
                </a:solidFill>
                <a:latin typeface="Arial"/>
                <a:cs typeface="Arial"/>
              </a:rPr>
              <a:t>796–</a:t>
            </a:r>
            <a:r>
              <a:rPr sz="1150" spc="50" dirty="0">
                <a:solidFill>
                  <a:srgbClr val="E6F5FF"/>
                </a:solidFill>
                <a:latin typeface="Arial"/>
                <a:cs typeface="Arial"/>
              </a:rPr>
              <a:t>809,</a:t>
            </a:r>
            <a:r>
              <a:rPr sz="1150" spc="40" dirty="0">
                <a:solidFill>
                  <a:srgbClr val="E6F5FF"/>
                </a:solidFill>
                <a:latin typeface="Arial"/>
                <a:cs typeface="Arial"/>
              </a:rPr>
              <a:t> </a:t>
            </a:r>
            <a:r>
              <a:rPr sz="1150" spc="-10" dirty="0">
                <a:solidFill>
                  <a:srgbClr val="E6F5FF"/>
                </a:solidFill>
                <a:latin typeface="Arial"/>
                <a:cs typeface="Arial"/>
              </a:rPr>
              <a:t>2010.</a:t>
            </a:r>
            <a:endParaRPr sz="1150">
              <a:latin typeface="Arial"/>
              <a:cs typeface="Arial"/>
            </a:endParaRPr>
          </a:p>
          <a:p>
            <a:pPr>
              <a:lnSpc>
                <a:spcPct val="100000"/>
              </a:lnSpc>
              <a:spcBef>
                <a:spcPts val="409"/>
              </a:spcBef>
              <a:buAutoNum type="arabicPlain"/>
            </a:pPr>
            <a:endParaRPr sz="1150">
              <a:latin typeface="Arial"/>
              <a:cs typeface="Arial"/>
            </a:endParaRPr>
          </a:p>
          <a:p>
            <a:pPr marL="2181860" indent="-299085">
              <a:lnSpc>
                <a:spcPct val="100000"/>
              </a:lnSpc>
              <a:spcBef>
                <a:spcPts val="5"/>
              </a:spcBef>
              <a:buAutoNum type="arabicPlain"/>
              <a:tabLst>
                <a:tab pos="2181860" algn="l"/>
              </a:tabLst>
            </a:pPr>
            <a:r>
              <a:rPr sz="1150" spc="-114" dirty="0">
                <a:solidFill>
                  <a:srgbClr val="E6F5FF"/>
                </a:solidFill>
                <a:latin typeface="Arial"/>
                <a:cs typeface="Arial"/>
              </a:rPr>
              <a:t>P.</a:t>
            </a:r>
            <a:r>
              <a:rPr sz="1150" spc="20" dirty="0">
                <a:solidFill>
                  <a:srgbClr val="E6F5FF"/>
                </a:solidFill>
                <a:latin typeface="Arial"/>
                <a:cs typeface="Arial"/>
              </a:rPr>
              <a:t> </a:t>
            </a:r>
            <a:r>
              <a:rPr sz="1150" spc="-90" dirty="0">
                <a:solidFill>
                  <a:srgbClr val="E6F5FF"/>
                </a:solidFill>
                <a:latin typeface="Arial"/>
                <a:cs typeface="Arial"/>
              </a:rPr>
              <a:t>T.</a:t>
            </a:r>
            <a:r>
              <a:rPr sz="1150" spc="25" dirty="0">
                <a:solidFill>
                  <a:srgbClr val="E6F5FF"/>
                </a:solidFill>
                <a:latin typeface="Arial"/>
                <a:cs typeface="Arial"/>
              </a:rPr>
              <a:t> </a:t>
            </a:r>
            <a:r>
              <a:rPr sz="1150" dirty="0">
                <a:solidFill>
                  <a:srgbClr val="E6F5FF"/>
                </a:solidFill>
                <a:latin typeface="Arial"/>
                <a:cs typeface="Arial"/>
              </a:rPr>
              <a:t>Cortez</a:t>
            </a:r>
            <a:r>
              <a:rPr sz="1150" spc="25" dirty="0">
                <a:solidFill>
                  <a:srgbClr val="E6F5FF"/>
                </a:solidFill>
                <a:latin typeface="Arial"/>
                <a:cs typeface="Arial"/>
              </a:rPr>
              <a:t> </a:t>
            </a:r>
            <a:r>
              <a:rPr sz="1150" spc="50" dirty="0">
                <a:solidFill>
                  <a:srgbClr val="E6F5FF"/>
                </a:solidFill>
                <a:latin typeface="Arial"/>
                <a:cs typeface="Arial"/>
              </a:rPr>
              <a:t>and</a:t>
            </a:r>
            <a:r>
              <a:rPr sz="1150" spc="20" dirty="0">
                <a:solidFill>
                  <a:srgbClr val="E6F5FF"/>
                </a:solidFill>
                <a:latin typeface="Arial"/>
                <a:cs typeface="Arial"/>
              </a:rPr>
              <a:t> </a:t>
            </a:r>
            <a:r>
              <a:rPr sz="1150" dirty="0">
                <a:solidFill>
                  <a:srgbClr val="E6F5FF"/>
                </a:solidFill>
                <a:latin typeface="Arial"/>
                <a:cs typeface="Arial"/>
              </a:rPr>
              <a:t>M.</a:t>
            </a:r>
            <a:r>
              <a:rPr sz="1150" spc="25" dirty="0">
                <a:solidFill>
                  <a:srgbClr val="E6F5FF"/>
                </a:solidFill>
                <a:latin typeface="Arial"/>
                <a:cs typeface="Arial"/>
              </a:rPr>
              <a:t> </a:t>
            </a:r>
            <a:r>
              <a:rPr sz="1150" dirty="0">
                <a:solidFill>
                  <a:srgbClr val="E6F5FF"/>
                </a:solidFill>
                <a:latin typeface="Arial"/>
                <a:cs typeface="Arial"/>
              </a:rPr>
              <a:t>Morais,</a:t>
            </a:r>
            <a:r>
              <a:rPr sz="1150" spc="25" dirty="0">
                <a:solidFill>
                  <a:srgbClr val="E6F5FF"/>
                </a:solidFill>
                <a:latin typeface="Arial"/>
                <a:cs typeface="Arial"/>
              </a:rPr>
              <a:t> </a:t>
            </a:r>
            <a:r>
              <a:rPr sz="1150" spc="55" dirty="0">
                <a:solidFill>
                  <a:srgbClr val="E6F5FF"/>
                </a:solidFill>
                <a:latin typeface="Arial"/>
                <a:cs typeface="Arial"/>
              </a:rPr>
              <a:t>“Electronic</a:t>
            </a:r>
            <a:r>
              <a:rPr sz="1150" spc="20" dirty="0">
                <a:solidFill>
                  <a:srgbClr val="E6F5FF"/>
                </a:solidFill>
                <a:latin typeface="Arial"/>
                <a:cs typeface="Arial"/>
              </a:rPr>
              <a:t> </a:t>
            </a:r>
            <a:r>
              <a:rPr sz="1150" spc="50" dirty="0">
                <a:solidFill>
                  <a:srgbClr val="E6F5FF"/>
                </a:solidFill>
                <a:latin typeface="Arial"/>
                <a:cs typeface="Arial"/>
              </a:rPr>
              <a:t>Health</a:t>
            </a:r>
            <a:r>
              <a:rPr sz="1150" spc="25" dirty="0">
                <a:solidFill>
                  <a:srgbClr val="E6F5FF"/>
                </a:solidFill>
                <a:latin typeface="Arial"/>
                <a:cs typeface="Arial"/>
              </a:rPr>
              <a:t> </a:t>
            </a:r>
            <a:r>
              <a:rPr sz="1150" dirty="0">
                <a:solidFill>
                  <a:srgbClr val="E6F5FF"/>
                </a:solidFill>
                <a:latin typeface="Arial"/>
                <a:cs typeface="Arial"/>
              </a:rPr>
              <a:t>Records</a:t>
            </a:r>
            <a:r>
              <a:rPr sz="1150" spc="25" dirty="0">
                <a:solidFill>
                  <a:srgbClr val="E6F5FF"/>
                </a:solidFill>
                <a:latin typeface="Arial"/>
                <a:cs typeface="Arial"/>
              </a:rPr>
              <a:t> </a:t>
            </a:r>
            <a:r>
              <a:rPr sz="1150" spc="50" dirty="0">
                <a:solidFill>
                  <a:srgbClr val="E6F5FF"/>
                </a:solidFill>
                <a:latin typeface="Arial"/>
                <a:cs typeface="Arial"/>
              </a:rPr>
              <a:t>and</a:t>
            </a:r>
            <a:r>
              <a:rPr sz="1150" spc="20" dirty="0">
                <a:solidFill>
                  <a:srgbClr val="E6F5FF"/>
                </a:solidFill>
                <a:latin typeface="Arial"/>
                <a:cs typeface="Arial"/>
              </a:rPr>
              <a:t> </a:t>
            </a:r>
            <a:r>
              <a:rPr sz="1150" dirty="0">
                <a:solidFill>
                  <a:srgbClr val="E6F5FF"/>
                </a:solidFill>
                <a:latin typeface="Arial"/>
                <a:cs typeface="Arial"/>
              </a:rPr>
              <a:t>Their</a:t>
            </a:r>
            <a:r>
              <a:rPr sz="1150" spc="25" dirty="0">
                <a:solidFill>
                  <a:srgbClr val="E6F5FF"/>
                </a:solidFill>
                <a:latin typeface="Arial"/>
                <a:cs typeface="Arial"/>
              </a:rPr>
              <a:t> </a:t>
            </a:r>
            <a:r>
              <a:rPr sz="1150" spc="60" dirty="0">
                <a:solidFill>
                  <a:srgbClr val="E6F5FF"/>
                </a:solidFill>
                <a:latin typeface="Arial"/>
                <a:cs typeface="Arial"/>
              </a:rPr>
              <a:t>Impact</a:t>
            </a:r>
            <a:r>
              <a:rPr sz="1150" spc="25" dirty="0">
                <a:solidFill>
                  <a:srgbClr val="E6F5FF"/>
                </a:solidFill>
                <a:latin typeface="Arial"/>
                <a:cs typeface="Arial"/>
              </a:rPr>
              <a:t> </a:t>
            </a:r>
            <a:r>
              <a:rPr sz="1150" spc="60" dirty="0">
                <a:solidFill>
                  <a:srgbClr val="E6F5FF"/>
                </a:solidFill>
                <a:latin typeface="Arial"/>
                <a:cs typeface="Arial"/>
              </a:rPr>
              <a:t>on</a:t>
            </a:r>
            <a:r>
              <a:rPr sz="1150" spc="25" dirty="0">
                <a:solidFill>
                  <a:srgbClr val="E6F5FF"/>
                </a:solidFill>
                <a:latin typeface="Arial"/>
                <a:cs typeface="Arial"/>
              </a:rPr>
              <a:t> </a:t>
            </a:r>
            <a:r>
              <a:rPr sz="1150" spc="45" dirty="0">
                <a:solidFill>
                  <a:srgbClr val="E6F5FF"/>
                </a:solidFill>
                <a:latin typeface="Arial"/>
                <a:cs typeface="Arial"/>
              </a:rPr>
              <a:t>Healthcare</a:t>
            </a:r>
            <a:r>
              <a:rPr sz="1150" spc="20" dirty="0">
                <a:solidFill>
                  <a:srgbClr val="E6F5FF"/>
                </a:solidFill>
                <a:latin typeface="Arial"/>
                <a:cs typeface="Arial"/>
              </a:rPr>
              <a:t> </a:t>
            </a:r>
            <a:r>
              <a:rPr sz="1150" dirty="0">
                <a:solidFill>
                  <a:srgbClr val="E6F5FF"/>
                </a:solidFill>
                <a:latin typeface="Arial"/>
                <a:cs typeface="Arial"/>
              </a:rPr>
              <a:t>Quality,”</a:t>
            </a:r>
            <a:r>
              <a:rPr sz="1150" spc="25" dirty="0">
                <a:solidFill>
                  <a:srgbClr val="E6F5FF"/>
                </a:solidFill>
                <a:latin typeface="Arial"/>
                <a:cs typeface="Arial"/>
              </a:rPr>
              <a:t> </a:t>
            </a:r>
            <a:r>
              <a:rPr sz="1150" spc="55" dirty="0">
                <a:solidFill>
                  <a:srgbClr val="E6F5FF"/>
                </a:solidFill>
                <a:latin typeface="Arial"/>
                <a:cs typeface="Arial"/>
              </a:rPr>
              <a:t>International</a:t>
            </a:r>
            <a:r>
              <a:rPr sz="1150" spc="25" dirty="0">
                <a:solidFill>
                  <a:srgbClr val="E6F5FF"/>
                </a:solidFill>
                <a:latin typeface="Arial"/>
                <a:cs typeface="Arial"/>
              </a:rPr>
              <a:t> </a:t>
            </a:r>
            <a:r>
              <a:rPr sz="1150" spc="55" dirty="0">
                <a:solidFill>
                  <a:srgbClr val="E6F5FF"/>
                </a:solidFill>
                <a:latin typeface="Arial"/>
                <a:cs typeface="Arial"/>
              </a:rPr>
              <a:t>Journal</a:t>
            </a:r>
            <a:r>
              <a:rPr sz="1150" spc="20" dirty="0">
                <a:solidFill>
                  <a:srgbClr val="E6F5FF"/>
                </a:solidFill>
                <a:latin typeface="Arial"/>
                <a:cs typeface="Arial"/>
              </a:rPr>
              <a:t> </a:t>
            </a:r>
            <a:r>
              <a:rPr sz="1150" spc="85" dirty="0">
                <a:solidFill>
                  <a:srgbClr val="E6F5FF"/>
                </a:solidFill>
                <a:latin typeface="Arial"/>
                <a:cs typeface="Arial"/>
              </a:rPr>
              <a:t>of</a:t>
            </a:r>
            <a:r>
              <a:rPr sz="1150" spc="25" dirty="0">
                <a:solidFill>
                  <a:srgbClr val="E6F5FF"/>
                </a:solidFill>
                <a:latin typeface="Arial"/>
                <a:cs typeface="Arial"/>
              </a:rPr>
              <a:t> </a:t>
            </a:r>
            <a:r>
              <a:rPr sz="1150" spc="45" dirty="0">
                <a:solidFill>
                  <a:srgbClr val="E6F5FF"/>
                </a:solidFill>
                <a:latin typeface="Arial"/>
                <a:cs typeface="Arial"/>
              </a:rPr>
              <a:t>Medical</a:t>
            </a:r>
            <a:r>
              <a:rPr sz="1150" spc="25" dirty="0">
                <a:solidFill>
                  <a:srgbClr val="E6F5FF"/>
                </a:solidFill>
                <a:latin typeface="Arial"/>
                <a:cs typeface="Arial"/>
              </a:rPr>
              <a:t> </a:t>
            </a:r>
            <a:r>
              <a:rPr sz="1150" spc="45" dirty="0">
                <a:solidFill>
                  <a:srgbClr val="E6F5FF"/>
                </a:solidFill>
                <a:latin typeface="Arial"/>
                <a:cs typeface="Arial"/>
              </a:rPr>
              <a:t>Informatics,</a:t>
            </a:r>
            <a:r>
              <a:rPr sz="1150" spc="20" dirty="0">
                <a:solidFill>
                  <a:srgbClr val="E6F5FF"/>
                </a:solidFill>
                <a:latin typeface="Arial"/>
                <a:cs typeface="Arial"/>
              </a:rPr>
              <a:t> </a:t>
            </a:r>
            <a:r>
              <a:rPr sz="1150" spc="50" dirty="0">
                <a:solidFill>
                  <a:srgbClr val="E6F5FF"/>
                </a:solidFill>
                <a:latin typeface="Arial"/>
                <a:cs typeface="Arial"/>
              </a:rPr>
              <a:t>vol.</a:t>
            </a:r>
            <a:r>
              <a:rPr sz="1150" spc="25" dirty="0">
                <a:solidFill>
                  <a:srgbClr val="E6F5FF"/>
                </a:solidFill>
                <a:latin typeface="Arial"/>
                <a:cs typeface="Arial"/>
              </a:rPr>
              <a:t> </a:t>
            </a:r>
            <a:r>
              <a:rPr sz="1150" dirty="0">
                <a:solidFill>
                  <a:srgbClr val="E6F5FF"/>
                </a:solidFill>
                <a:latin typeface="Arial"/>
                <a:cs typeface="Arial"/>
              </a:rPr>
              <a:t>82,</a:t>
            </a:r>
            <a:r>
              <a:rPr sz="1150" spc="25" dirty="0">
                <a:solidFill>
                  <a:srgbClr val="E6F5FF"/>
                </a:solidFill>
                <a:latin typeface="Arial"/>
                <a:cs typeface="Arial"/>
              </a:rPr>
              <a:t> </a:t>
            </a:r>
            <a:r>
              <a:rPr sz="1150" dirty="0">
                <a:solidFill>
                  <a:srgbClr val="E6F5FF"/>
                </a:solidFill>
                <a:latin typeface="Arial"/>
                <a:cs typeface="Arial"/>
              </a:rPr>
              <a:t>no.</a:t>
            </a:r>
            <a:r>
              <a:rPr sz="1150" spc="25" dirty="0">
                <a:solidFill>
                  <a:srgbClr val="E6F5FF"/>
                </a:solidFill>
                <a:latin typeface="Arial"/>
                <a:cs typeface="Arial"/>
              </a:rPr>
              <a:t> </a:t>
            </a:r>
            <a:r>
              <a:rPr sz="1150" dirty="0">
                <a:solidFill>
                  <a:srgbClr val="E6F5FF"/>
                </a:solidFill>
                <a:latin typeface="Arial"/>
                <a:cs typeface="Arial"/>
              </a:rPr>
              <a:t>5,</a:t>
            </a:r>
            <a:r>
              <a:rPr sz="1150" spc="20" dirty="0">
                <a:solidFill>
                  <a:srgbClr val="E6F5FF"/>
                </a:solidFill>
                <a:latin typeface="Arial"/>
                <a:cs typeface="Arial"/>
              </a:rPr>
              <a:t> </a:t>
            </a:r>
            <a:r>
              <a:rPr sz="1150" dirty="0">
                <a:solidFill>
                  <a:srgbClr val="E6F5FF"/>
                </a:solidFill>
                <a:latin typeface="Arial"/>
                <a:cs typeface="Arial"/>
              </a:rPr>
              <a:t>pp.</a:t>
            </a:r>
            <a:r>
              <a:rPr sz="1150" spc="25" dirty="0">
                <a:solidFill>
                  <a:srgbClr val="E6F5FF"/>
                </a:solidFill>
                <a:latin typeface="Arial"/>
                <a:cs typeface="Arial"/>
              </a:rPr>
              <a:t> </a:t>
            </a:r>
            <a:r>
              <a:rPr sz="1150" spc="-45" dirty="0">
                <a:solidFill>
                  <a:srgbClr val="E6F5FF"/>
                </a:solidFill>
                <a:latin typeface="Arial"/>
                <a:cs typeface="Arial"/>
              </a:rPr>
              <a:t>321–</a:t>
            </a:r>
            <a:r>
              <a:rPr sz="1150" dirty="0">
                <a:solidFill>
                  <a:srgbClr val="E6F5FF"/>
                </a:solidFill>
                <a:latin typeface="Arial"/>
                <a:cs typeface="Arial"/>
              </a:rPr>
              <a:t>330,</a:t>
            </a:r>
            <a:r>
              <a:rPr sz="1150" spc="25" dirty="0">
                <a:solidFill>
                  <a:srgbClr val="E6F5FF"/>
                </a:solidFill>
                <a:latin typeface="Arial"/>
                <a:cs typeface="Arial"/>
              </a:rPr>
              <a:t> </a:t>
            </a:r>
            <a:r>
              <a:rPr sz="1150" spc="-10" dirty="0">
                <a:solidFill>
                  <a:srgbClr val="E6F5FF"/>
                </a:solidFill>
                <a:latin typeface="Arial"/>
                <a:cs typeface="Arial"/>
              </a:rPr>
              <a:t>2013.</a:t>
            </a:r>
            <a:endParaRPr sz="1150">
              <a:latin typeface="Arial"/>
              <a:cs typeface="Arial"/>
            </a:endParaRPr>
          </a:p>
          <a:p>
            <a:pPr>
              <a:lnSpc>
                <a:spcPct val="100000"/>
              </a:lnSpc>
              <a:spcBef>
                <a:spcPts val="409"/>
              </a:spcBef>
              <a:buAutoNum type="arabicPlain"/>
            </a:pPr>
            <a:endParaRPr sz="1150">
              <a:latin typeface="Arial"/>
              <a:cs typeface="Arial"/>
            </a:endParaRPr>
          </a:p>
          <a:p>
            <a:pPr marL="1563370" indent="-299085">
              <a:lnSpc>
                <a:spcPct val="100000"/>
              </a:lnSpc>
              <a:buAutoNum type="arabicPlain"/>
              <a:tabLst>
                <a:tab pos="1563370" algn="l"/>
              </a:tabLst>
            </a:pPr>
            <a:r>
              <a:rPr sz="1150" spc="-10" dirty="0">
                <a:solidFill>
                  <a:srgbClr val="E6F5FF"/>
                </a:solidFill>
                <a:latin typeface="Arial"/>
                <a:cs typeface="Arial"/>
              </a:rPr>
              <a:t>K.</a:t>
            </a:r>
            <a:r>
              <a:rPr sz="1150" spc="25" dirty="0">
                <a:solidFill>
                  <a:srgbClr val="E6F5FF"/>
                </a:solidFill>
                <a:latin typeface="Arial"/>
                <a:cs typeface="Arial"/>
              </a:rPr>
              <a:t> </a:t>
            </a:r>
            <a:r>
              <a:rPr sz="1150" dirty="0">
                <a:solidFill>
                  <a:srgbClr val="E6F5FF"/>
                </a:solidFill>
                <a:latin typeface="Arial"/>
                <a:cs typeface="Arial"/>
              </a:rPr>
              <a:t>He,</a:t>
            </a:r>
            <a:r>
              <a:rPr sz="1150" spc="25" dirty="0">
                <a:solidFill>
                  <a:srgbClr val="E6F5FF"/>
                </a:solidFill>
                <a:latin typeface="Arial"/>
                <a:cs typeface="Arial"/>
              </a:rPr>
              <a:t> </a:t>
            </a:r>
            <a:r>
              <a:rPr sz="1150" spc="-20" dirty="0">
                <a:solidFill>
                  <a:srgbClr val="E6F5FF"/>
                </a:solidFill>
                <a:latin typeface="Arial"/>
                <a:cs typeface="Arial"/>
              </a:rPr>
              <a:t>X.</a:t>
            </a:r>
            <a:r>
              <a:rPr sz="1150" spc="30" dirty="0">
                <a:solidFill>
                  <a:srgbClr val="E6F5FF"/>
                </a:solidFill>
                <a:latin typeface="Arial"/>
                <a:cs typeface="Arial"/>
              </a:rPr>
              <a:t> </a:t>
            </a:r>
            <a:r>
              <a:rPr sz="1150" dirty="0">
                <a:solidFill>
                  <a:srgbClr val="E6F5FF"/>
                </a:solidFill>
                <a:latin typeface="Arial"/>
                <a:cs typeface="Arial"/>
              </a:rPr>
              <a:t>Zhang,</a:t>
            </a:r>
            <a:r>
              <a:rPr sz="1150" spc="25" dirty="0">
                <a:solidFill>
                  <a:srgbClr val="E6F5FF"/>
                </a:solidFill>
                <a:latin typeface="Arial"/>
                <a:cs typeface="Arial"/>
              </a:rPr>
              <a:t> </a:t>
            </a:r>
            <a:r>
              <a:rPr sz="1150" spc="-55" dirty="0">
                <a:solidFill>
                  <a:srgbClr val="E6F5FF"/>
                </a:solidFill>
                <a:latin typeface="Arial"/>
                <a:cs typeface="Arial"/>
              </a:rPr>
              <a:t>S.</a:t>
            </a:r>
            <a:r>
              <a:rPr sz="1150" spc="30" dirty="0">
                <a:solidFill>
                  <a:srgbClr val="E6F5FF"/>
                </a:solidFill>
                <a:latin typeface="Arial"/>
                <a:cs typeface="Arial"/>
              </a:rPr>
              <a:t> </a:t>
            </a:r>
            <a:r>
              <a:rPr sz="1150" dirty="0">
                <a:solidFill>
                  <a:srgbClr val="E6F5FF"/>
                </a:solidFill>
                <a:latin typeface="Arial"/>
                <a:cs typeface="Arial"/>
              </a:rPr>
              <a:t>Ren,</a:t>
            </a:r>
            <a:r>
              <a:rPr sz="1150" spc="25" dirty="0">
                <a:solidFill>
                  <a:srgbClr val="E6F5FF"/>
                </a:solidFill>
                <a:latin typeface="Arial"/>
                <a:cs typeface="Arial"/>
              </a:rPr>
              <a:t> </a:t>
            </a:r>
            <a:r>
              <a:rPr sz="1150" spc="50" dirty="0">
                <a:solidFill>
                  <a:srgbClr val="E6F5FF"/>
                </a:solidFill>
                <a:latin typeface="Arial"/>
                <a:cs typeface="Arial"/>
              </a:rPr>
              <a:t>and</a:t>
            </a:r>
            <a:r>
              <a:rPr sz="1150" spc="30" dirty="0">
                <a:solidFill>
                  <a:srgbClr val="E6F5FF"/>
                </a:solidFill>
                <a:latin typeface="Arial"/>
                <a:cs typeface="Arial"/>
              </a:rPr>
              <a:t> </a:t>
            </a:r>
            <a:r>
              <a:rPr sz="1150" dirty="0">
                <a:solidFill>
                  <a:srgbClr val="E6F5FF"/>
                </a:solidFill>
                <a:latin typeface="Arial"/>
                <a:cs typeface="Arial"/>
              </a:rPr>
              <a:t>J.</a:t>
            </a:r>
            <a:r>
              <a:rPr sz="1150" spc="25" dirty="0">
                <a:solidFill>
                  <a:srgbClr val="E6F5FF"/>
                </a:solidFill>
                <a:latin typeface="Arial"/>
                <a:cs typeface="Arial"/>
              </a:rPr>
              <a:t> </a:t>
            </a:r>
            <a:r>
              <a:rPr sz="1150" dirty="0">
                <a:solidFill>
                  <a:srgbClr val="E6F5FF"/>
                </a:solidFill>
                <a:latin typeface="Arial"/>
                <a:cs typeface="Arial"/>
              </a:rPr>
              <a:t>Sun,</a:t>
            </a:r>
            <a:r>
              <a:rPr sz="1150" spc="30" dirty="0">
                <a:solidFill>
                  <a:srgbClr val="E6F5FF"/>
                </a:solidFill>
                <a:latin typeface="Arial"/>
                <a:cs typeface="Arial"/>
              </a:rPr>
              <a:t> </a:t>
            </a:r>
            <a:r>
              <a:rPr sz="1150" spc="55" dirty="0">
                <a:solidFill>
                  <a:srgbClr val="E6F5FF"/>
                </a:solidFill>
                <a:latin typeface="Arial"/>
                <a:cs typeface="Arial"/>
              </a:rPr>
              <a:t>“Deep</a:t>
            </a:r>
            <a:r>
              <a:rPr sz="1150" spc="25" dirty="0">
                <a:solidFill>
                  <a:srgbClr val="E6F5FF"/>
                </a:solidFill>
                <a:latin typeface="Arial"/>
                <a:cs typeface="Arial"/>
              </a:rPr>
              <a:t> </a:t>
            </a:r>
            <a:r>
              <a:rPr sz="1150" dirty="0">
                <a:solidFill>
                  <a:srgbClr val="E6F5FF"/>
                </a:solidFill>
                <a:latin typeface="Arial"/>
                <a:cs typeface="Arial"/>
              </a:rPr>
              <a:t>Residual</a:t>
            </a:r>
            <a:r>
              <a:rPr sz="1150" spc="30" dirty="0">
                <a:solidFill>
                  <a:srgbClr val="E6F5FF"/>
                </a:solidFill>
                <a:latin typeface="Arial"/>
                <a:cs typeface="Arial"/>
              </a:rPr>
              <a:t> </a:t>
            </a:r>
            <a:r>
              <a:rPr sz="1150" dirty="0">
                <a:solidFill>
                  <a:srgbClr val="E6F5FF"/>
                </a:solidFill>
                <a:latin typeface="Arial"/>
                <a:cs typeface="Arial"/>
              </a:rPr>
              <a:t>Learning</a:t>
            </a:r>
            <a:r>
              <a:rPr sz="1150" spc="25" dirty="0">
                <a:solidFill>
                  <a:srgbClr val="E6F5FF"/>
                </a:solidFill>
                <a:latin typeface="Arial"/>
                <a:cs typeface="Arial"/>
              </a:rPr>
              <a:t> </a:t>
            </a:r>
            <a:r>
              <a:rPr sz="1150" spc="80" dirty="0">
                <a:solidFill>
                  <a:srgbClr val="E6F5FF"/>
                </a:solidFill>
                <a:latin typeface="Arial"/>
                <a:cs typeface="Arial"/>
              </a:rPr>
              <a:t>for</a:t>
            </a:r>
            <a:r>
              <a:rPr sz="1150" spc="30" dirty="0">
                <a:solidFill>
                  <a:srgbClr val="E6F5FF"/>
                </a:solidFill>
                <a:latin typeface="Arial"/>
                <a:cs typeface="Arial"/>
              </a:rPr>
              <a:t> </a:t>
            </a:r>
            <a:r>
              <a:rPr sz="1150" dirty="0">
                <a:solidFill>
                  <a:srgbClr val="E6F5FF"/>
                </a:solidFill>
                <a:latin typeface="Arial"/>
                <a:cs typeface="Arial"/>
              </a:rPr>
              <a:t>Image</a:t>
            </a:r>
            <a:r>
              <a:rPr sz="1150" spc="25" dirty="0">
                <a:solidFill>
                  <a:srgbClr val="E6F5FF"/>
                </a:solidFill>
                <a:latin typeface="Arial"/>
                <a:cs typeface="Arial"/>
              </a:rPr>
              <a:t> </a:t>
            </a:r>
            <a:r>
              <a:rPr sz="1150" dirty="0">
                <a:solidFill>
                  <a:srgbClr val="E6F5FF"/>
                </a:solidFill>
                <a:latin typeface="Arial"/>
                <a:cs typeface="Arial"/>
              </a:rPr>
              <a:t>Recognition,”</a:t>
            </a:r>
            <a:r>
              <a:rPr sz="1150" spc="30" dirty="0">
                <a:solidFill>
                  <a:srgbClr val="E6F5FF"/>
                </a:solidFill>
                <a:latin typeface="Arial"/>
                <a:cs typeface="Arial"/>
              </a:rPr>
              <a:t> </a:t>
            </a:r>
            <a:r>
              <a:rPr sz="1150" spc="60" dirty="0">
                <a:solidFill>
                  <a:srgbClr val="E6F5FF"/>
                </a:solidFill>
                <a:latin typeface="Arial"/>
                <a:cs typeface="Arial"/>
              </a:rPr>
              <a:t>in</a:t>
            </a:r>
            <a:r>
              <a:rPr sz="1150" spc="25" dirty="0">
                <a:solidFill>
                  <a:srgbClr val="E6F5FF"/>
                </a:solidFill>
                <a:latin typeface="Arial"/>
                <a:cs typeface="Arial"/>
              </a:rPr>
              <a:t> </a:t>
            </a:r>
            <a:r>
              <a:rPr sz="1150" dirty="0">
                <a:solidFill>
                  <a:srgbClr val="E6F5FF"/>
                </a:solidFill>
                <a:latin typeface="Arial"/>
                <a:cs typeface="Arial"/>
              </a:rPr>
              <a:t>Proc.</a:t>
            </a:r>
            <a:r>
              <a:rPr sz="1150" spc="30" dirty="0">
                <a:solidFill>
                  <a:srgbClr val="E6F5FF"/>
                </a:solidFill>
                <a:latin typeface="Arial"/>
                <a:cs typeface="Arial"/>
              </a:rPr>
              <a:t> </a:t>
            </a:r>
            <a:r>
              <a:rPr sz="1150" spc="-65" dirty="0">
                <a:solidFill>
                  <a:srgbClr val="E6F5FF"/>
                </a:solidFill>
                <a:latin typeface="Arial"/>
                <a:cs typeface="Arial"/>
              </a:rPr>
              <a:t>IEEE</a:t>
            </a:r>
            <a:r>
              <a:rPr sz="1150" spc="25" dirty="0">
                <a:solidFill>
                  <a:srgbClr val="E6F5FF"/>
                </a:solidFill>
                <a:latin typeface="Arial"/>
                <a:cs typeface="Arial"/>
              </a:rPr>
              <a:t> </a:t>
            </a:r>
            <a:r>
              <a:rPr sz="1150" dirty="0">
                <a:solidFill>
                  <a:srgbClr val="E6F5FF"/>
                </a:solidFill>
                <a:latin typeface="Arial"/>
                <a:cs typeface="Arial"/>
              </a:rPr>
              <a:t>Conf.</a:t>
            </a:r>
            <a:r>
              <a:rPr sz="1150" spc="30" dirty="0">
                <a:solidFill>
                  <a:srgbClr val="E6F5FF"/>
                </a:solidFill>
                <a:latin typeface="Arial"/>
                <a:cs typeface="Arial"/>
              </a:rPr>
              <a:t> </a:t>
            </a:r>
            <a:r>
              <a:rPr sz="1150" spc="60" dirty="0">
                <a:solidFill>
                  <a:srgbClr val="E6F5FF"/>
                </a:solidFill>
                <a:latin typeface="Arial"/>
                <a:cs typeface="Arial"/>
              </a:rPr>
              <a:t>Computer</a:t>
            </a:r>
            <a:r>
              <a:rPr sz="1150" spc="25" dirty="0">
                <a:solidFill>
                  <a:srgbClr val="E6F5FF"/>
                </a:solidFill>
                <a:latin typeface="Arial"/>
                <a:cs typeface="Arial"/>
              </a:rPr>
              <a:t> </a:t>
            </a:r>
            <a:r>
              <a:rPr sz="1150" dirty="0">
                <a:solidFill>
                  <a:srgbClr val="E6F5FF"/>
                </a:solidFill>
                <a:latin typeface="Arial"/>
                <a:cs typeface="Arial"/>
              </a:rPr>
              <a:t>Vision</a:t>
            </a:r>
            <a:r>
              <a:rPr sz="1150" spc="30" dirty="0">
                <a:solidFill>
                  <a:srgbClr val="E6F5FF"/>
                </a:solidFill>
                <a:latin typeface="Arial"/>
                <a:cs typeface="Arial"/>
              </a:rPr>
              <a:t> </a:t>
            </a:r>
            <a:r>
              <a:rPr sz="1150" spc="50" dirty="0">
                <a:solidFill>
                  <a:srgbClr val="E6F5FF"/>
                </a:solidFill>
                <a:latin typeface="Arial"/>
                <a:cs typeface="Arial"/>
              </a:rPr>
              <a:t>and</a:t>
            </a:r>
            <a:r>
              <a:rPr sz="1150" spc="25" dirty="0">
                <a:solidFill>
                  <a:srgbClr val="E6F5FF"/>
                </a:solidFill>
                <a:latin typeface="Arial"/>
                <a:cs typeface="Arial"/>
              </a:rPr>
              <a:t> </a:t>
            </a:r>
            <a:r>
              <a:rPr sz="1150" spc="50" dirty="0">
                <a:solidFill>
                  <a:srgbClr val="E6F5FF"/>
                </a:solidFill>
                <a:latin typeface="Arial"/>
                <a:cs typeface="Arial"/>
              </a:rPr>
              <a:t>Pattern</a:t>
            </a:r>
            <a:r>
              <a:rPr sz="1150" spc="30" dirty="0">
                <a:solidFill>
                  <a:srgbClr val="E6F5FF"/>
                </a:solidFill>
                <a:latin typeface="Arial"/>
                <a:cs typeface="Arial"/>
              </a:rPr>
              <a:t> </a:t>
            </a:r>
            <a:r>
              <a:rPr sz="1150" dirty="0">
                <a:solidFill>
                  <a:srgbClr val="E6F5FF"/>
                </a:solidFill>
                <a:latin typeface="Arial"/>
                <a:cs typeface="Arial"/>
              </a:rPr>
              <a:t>Recognition</a:t>
            </a:r>
            <a:r>
              <a:rPr sz="1150" spc="25" dirty="0">
                <a:solidFill>
                  <a:srgbClr val="E6F5FF"/>
                </a:solidFill>
                <a:latin typeface="Arial"/>
                <a:cs typeface="Arial"/>
              </a:rPr>
              <a:t> </a:t>
            </a:r>
            <a:r>
              <a:rPr sz="1150" spc="-30" dirty="0">
                <a:solidFill>
                  <a:srgbClr val="E6F5FF"/>
                </a:solidFill>
                <a:latin typeface="Arial"/>
                <a:cs typeface="Arial"/>
              </a:rPr>
              <a:t>(CVPR),</a:t>
            </a:r>
            <a:r>
              <a:rPr sz="1150" spc="25" dirty="0">
                <a:solidFill>
                  <a:srgbClr val="E6F5FF"/>
                </a:solidFill>
                <a:latin typeface="Arial"/>
                <a:cs typeface="Arial"/>
              </a:rPr>
              <a:t> </a:t>
            </a:r>
            <a:r>
              <a:rPr sz="1150" dirty="0">
                <a:solidFill>
                  <a:srgbClr val="E6F5FF"/>
                </a:solidFill>
                <a:latin typeface="Arial"/>
                <a:cs typeface="Arial"/>
              </a:rPr>
              <a:t>Las</a:t>
            </a:r>
            <a:r>
              <a:rPr sz="1150" spc="30" dirty="0">
                <a:solidFill>
                  <a:srgbClr val="E6F5FF"/>
                </a:solidFill>
                <a:latin typeface="Arial"/>
                <a:cs typeface="Arial"/>
              </a:rPr>
              <a:t> </a:t>
            </a:r>
            <a:r>
              <a:rPr sz="1150" spc="-20" dirty="0">
                <a:solidFill>
                  <a:srgbClr val="E6F5FF"/>
                </a:solidFill>
                <a:latin typeface="Arial"/>
                <a:cs typeface="Arial"/>
              </a:rPr>
              <a:t>Vegas,</a:t>
            </a:r>
            <a:r>
              <a:rPr sz="1150" spc="25" dirty="0">
                <a:solidFill>
                  <a:srgbClr val="E6F5FF"/>
                </a:solidFill>
                <a:latin typeface="Arial"/>
                <a:cs typeface="Arial"/>
              </a:rPr>
              <a:t> </a:t>
            </a:r>
            <a:r>
              <a:rPr sz="1150" spc="-25" dirty="0">
                <a:solidFill>
                  <a:srgbClr val="E6F5FF"/>
                </a:solidFill>
                <a:latin typeface="Arial"/>
                <a:cs typeface="Arial"/>
              </a:rPr>
              <a:t>NV,</a:t>
            </a:r>
            <a:r>
              <a:rPr sz="1150" spc="30" dirty="0">
                <a:solidFill>
                  <a:srgbClr val="E6F5FF"/>
                </a:solidFill>
                <a:latin typeface="Arial"/>
                <a:cs typeface="Arial"/>
              </a:rPr>
              <a:t> </a:t>
            </a:r>
            <a:r>
              <a:rPr sz="1150" spc="-10" dirty="0">
                <a:solidFill>
                  <a:srgbClr val="E6F5FF"/>
                </a:solidFill>
                <a:latin typeface="Arial"/>
                <a:cs typeface="Arial"/>
              </a:rPr>
              <a:t>USA,</a:t>
            </a:r>
            <a:r>
              <a:rPr sz="1150" spc="25" dirty="0">
                <a:solidFill>
                  <a:srgbClr val="E6F5FF"/>
                </a:solidFill>
                <a:latin typeface="Arial"/>
                <a:cs typeface="Arial"/>
              </a:rPr>
              <a:t> </a:t>
            </a:r>
            <a:r>
              <a:rPr sz="1150" dirty="0">
                <a:solidFill>
                  <a:srgbClr val="E6F5FF"/>
                </a:solidFill>
                <a:latin typeface="Arial"/>
                <a:cs typeface="Arial"/>
              </a:rPr>
              <a:t>2016,</a:t>
            </a:r>
            <a:r>
              <a:rPr sz="1150" spc="30" dirty="0">
                <a:solidFill>
                  <a:srgbClr val="E6F5FF"/>
                </a:solidFill>
                <a:latin typeface="Arial"/>
                <a:cs typeface="Arial"/>
              </a:rPr>
              <a:t> </a:t>
            </a:r>
            <a:r>
              <a:rPr sz="1150" dirty="0">
                <a:solidFill>
                  <a:srgbClr val="E6F5FF"/>
                </a:solidFill>
                <a:latin typeface="Arial"/>
                <a:cs typeface="Arial"/>
              </a:rPr>
              <a:t>pp.</a:t>
            </a:r>
            <a:r>
              <a:rPr sz="1150" spc="25" dirty="0">
                <a:solidFill>
                  <a:srgbClr val="E6F5FF"/>
                </a:solidFill>
                <a:latin typeface="Arial"/>
                <a:cs typeface="Arial"/>
              </a:rPr>
              <a:t> </a:t>
            </a:r>
            <a:r>
              <a:rPr sz="1150" spc="-30" dirty="0">
                <a:solidFill>
                  <a:srgbClr val="E6F5FF"/>
                </a:solidFill>
                <a:latin typeface="Arial"/>
                <a:cs typeface="Arial"/>
              </a:rPr>
              <a:t>770–</a:t>
            </a:r>
            <a:r>
              <a:rPr sz="1150" spc="-20" dirty="0">
                <a:solidFill>
                  <a:srgbClr val="E6F5FF"/>
                </a:solidFill>
                <a:latin typeface="Arial"/>
                <a:cs typeface="Arial"/>
              </a:rPr>
              <a:t>778.</a:t>
            </a:r>
            <a:endParaRPr sz="115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2"/>
            <a:ext cx="13624560" cy="10060940"/>
            <a:chOff x="0" y="-2"/>
            <a:chExt cx="13624560" cy="10060940"/>
          </a:xfrm>
        </p:grpSpPr>
        <p:sp>
          <p:nvSpPr>
            <p:cNvPr id="3" name="object 3"/>
            <p:cNvSpPr/>
            <p:nvPr/>
          </p:nvSpPr>
          <p:spPr>
            <a:xfrm>
              <a:off x="0" y="-2"/>
              <a:ext cx="13624560" cy="7181850"/>
            </a:xfrm>
            <a:custGeom>
              <a:avLst/>
              <a:gdLst/>
              <a:ahLst/>
              <a:cxnLst/>
              <a:rect l="l" t="t" r="r" b="b"/>
              <a:pathLst>
                <a:path w="13624560" h="7181850">
                  <a:moveTo>
                    <a:pt x="13624391" y="0"/>
                  </a:moveTo>
                  <a:lnTo>
                    <a:pt x="0" y="7181700"/>
                  </a:lnTo>
                  <a:lnTo>
                    <a:pt x="0" y="6153440"/>
                  </a:lnTo>
                  <a:lnTo>
                    <a:pt x="11673681" y="0"/>
                  </a:lnTo>
                  <a:lnTo>
                    <a:pt x="13624391" y="0"/>
                  </a:lnTo>
                  <a:close/>
                </a:path>
              </a:pathLst>
            </a:custGeom>
            <a:solidFill>
              <a:srgbClr val="FFDE58"/>
            </a:solidFill>
          </p:spPr>
          <p:txBody>
            <a:bodyPr wrap="square" lIns="0" tIns="0" rIns="0" bIns="0" rtlCol="0"/>
            <a:lstStyle/>
            <a:p>
              <a:endParaRPr/>
            </a:p>
          </p:txBody>
        </p:sp>
        <p:sp>
          <p:nvSpPr>
            <p:cNvPr id="4" name="object 4"/>
            <p:cNvSpPr/>
            <p:nvPr/>
          </p:nvSpPr>
          <p:spPr>
            <a:xfrm>
              <a:off x="0" y="-1"/>
              <a:ext cx="11711305" cy="6173470"/>
            </a:xfrm>
            <a:custGeom>
              <a:avLst/>
              <a:gdLst/>
              <a:ahLst/>
              <a:cxnLst/>
              <a:rect l="l" t="t" r="r" b="b"/>
              <a:pathLst>
                <a:path w="11711305" h="6173470">
                  <a:moveTo>
                    <a:pt x="11711132" y="0"/>
                  </a:moveTo>
                  <a:lnTo>
                    <a:pt x="0" y="6173181"/>
                  </a:lnTo>
                  <a:lnTo>
                    <a:pt x="0" y="3465590"/>
                  </a:lnTo>
                  <a:lnTo>
                    <a:pt x="6574564" y="0"/>
                  </a:lnTo>
                  <a:lnTo>
                    <a:pt x="11711132" y="0"/>
                  </a:lnTo>
                  <a:close/>
                </a:path>
              </a:pathLst>
            </a:custGeom>
            <a:solidFill>
              <a:srgbClr val="997404"/>
            </a:solidFill>
          </p:spPr>
          <p:txBody>
            <a:bodyPr wrap="square" lIns="0" tIns="0" rIns="0" bIns="0" rtlCol="0"/>
            <a:lstStyle/>
            <a:p>
              <a:endParaRPr/>
            </a:p>
          </p:txBody>
        </p:sp>
        <p:sp>
          <p:nvSpPr>
            <p:cNvPr id="5" name="object 5"/>
            <p:cNvSpPr/>
            <p:nvPr/>
          </p:nvSpPr>
          <p:spPr>
            <a:xfrm>
              <a:off x="0" y="-1"/>
              <a:ext cx="6706234" cy="3535045"/>
            </a:xfrm>
            <a:custGeom>
              <a:avLst/>
              <a:gdLst/>
              <a:ahLst/>
              <a:cxnLst/>
              <a:rect l="l" t="t" r="r" b="b"/>
              <a:pathLst>
                <a:path w="6706234" h="3535045">
                  <a:moveTo>
                    <a:pt x="6705756" y="0"/>
                  </a:moveTo>
                  <a:lnTo>
                    <a:pt x="0" y="3534742"/>
                  </a:lnTo>
                  <a:lnTo>
                    <a:pt x="0" y="2771314"/>
                  </a:lnTo>
                  <a:lnTo>
                    <a:pt x="5257456" y="0"/>
                  </a:lnTo>
                  <a:lnTo>
                    <a:pt x="6705756" y="0"/>
                  </a:lnTo>
                  <a:close/>
                </a:path>
              </a:pathLst>
            </a:custGeom>
            <a:solidFill>
              <a:srgbClr val="FFDE58"/>
            </a:solidFill>
          </p:spPr>
          <p:txBody>
            <a:bodyPr wrap="square" lIns="0" tIns="0" rIns="0" bIns="0" rtlCol="0"/>
            <a:lstStyle/>
            <a:p>
              <a:endParaRPr/>
            </a:p>
          </p:txBody>
        </p:sp>
        <p:sp>
          <p:nvSpPr>
            <p:cNvPr id="6" name="object 6"/>
            <p:cNvSpPr/>
            <p:nvPr/>
          </p:nvSpPr>
          <p:spPr>
            <a:xfrm>
              <a:off x="0" y="-2"/>
              <a:ext cx="8543290" cy="4503420"/>
            </a:xfrm>
            <a:custGeom>
              <a:avLst/>
              <a:gdLst/>
              <a:ahLst/>
              <a:cxnLst/>
              <a:rect l="l" t="t" r="r" b="b"/>
              <a:pathLst>
                <a:path w="8543290" h="4503420">
                  <a:moveTo>
                    <a:pt x="8543177" y="0"/>
                  </a:moveTo>
                  <a:lnTo>
                    <a:pt x="0" y="4503288"/>
                  </a:lnTo>
                  <a:lnTo>
                    <a:pt x="0" y="3465625"/>
                  </a:lnTo>
                  <a:lnTo>
                    <a:pt x="6574628" y="0"/>
                  </a:lnTo>
                  <a:lnTo>
                    <a:pt x="8543177" y="0"/>
                  </a:lnTo>
                  <a:close/>
                </a:path>
              </a:pathLst>
            </a:custGeom>
            <a:solidFill>
              <a:srgbClr val="C29304"/>
            </a:solidFill>
          </p:spPr>
          <p:txBody>
            <a:bodyPr wrap="square" lIns="0" tIns="0" rIns="0" bIns="0" rtlCol="0"/>
            <a:lstStyle/>
            <a:p>
              <a:endParaRPr/>
            </a:p>
          </p:txBody>
        </p:sp>
        <p:pic>
          <p:nvPicPr>
            <p:cNvPr id="7" name="object 7"/>
            <p:cNvPicPr/>
            <p:nvPr/>
          </p:nvPicPr>
          <p:blipFill>
            <a:blip r:embed="rId2" cstate="print"/>
            <a:stretch>
              <a:fillRect/>
            </a:stretch>
          </p:blipFill>
          <p:spPr>
            <a:xfrm>
              <a:off x="5001021" y="92005"/>
              <a:ext cx="5924766" cy="6418579"/>
            </a:xfrm>
            <a:prstGeom prst="rect">
              <a:avLst/>
            </a:prstGeom>
          </p:spPr>
        </p:pic>
        <p:sp>
          <p:nvSpPr>
            <p:cNvPr id="8" name="object 8"/>
            <p:cNvSpPr/>
            <p:nvPr/>
          </p:nvSpPr>
          <p:spPr>
            <a:xfrm>
              <a:off x="1368961" y="5286469"/>
              <a:ext cx="2780030" cy="3009900"/>
            </a:xfrm>
            <a:custGeom>
              <a:avLst/>
              <a:gdLst/>
              <a:ahLst/>
              <a:cxnLst/>
              <a:rect l="l" t="t" r="r" b="b"/>
              <a:pathLst>
                <a:path w="2780029" h="3009900">
                  <a:moveTo>
                    <a:pt x="1361766" y="2894390"/>
                  </a:moveTo>
                  <a:lnTo>
                    <a:pt x="1089526" y="2894390"/>
                  </a:lnTo>
                  <a:lnTo>
                    <a:pt x="1136577" y="2888933"/>
                  </a:lnTo>
                  <a:lnTo>
                    <a:pt x="1181098" y="2877569"/>
                  </a:lnTo>
                  <a:lnTo>
                    <a:pt x="1221326" y="2860304"/>
                  </a:lnTo>
                  <a:lnTo>
                    <a:pt x="1221327" y="2860057"/>
                  </a:lnTo>
                  <a:lnTo>
                    <a:pt x="2713991" y="2003595"/>
                  </a:lnTo>
                  <a:lnTo>
                    <a:pt x="2742477" y="1983577"/>
                  </a:lnTo>
                  <a:lnTo>
                    <a:pt x="2762882" y="1961329"/>
                  </a:lnTo>
                  <a:lnTo>
                    <a:pt x="2775206" y="1937575"/>
                  </a:lnTo>
                  <a:lnTo>
                    <a:pt x="2779449" y="1913037"/>
                  </a:lnTo>
                  <a:lnTo>
                    <a:pt x="2778495" y="2028497"/>
                  </a:lnTo>
                  <a:lnTo>
                    <a:pt x="2774252" y="2053037"/>
                  </a:lnTo>
                  <a:lnTo>
                    <a:pt x="2761928" y="2076791"/>
                  </a:lnTo>
                  <a:lnTo>
                    <a:pt x="2741523" y="2099039"/>
                  </a:lnTo>
                  <a:lnTo>
                    <a:pt x="2713036" y="2119057"/>
                  </a:lnTo>
                  <a:lnTo>
                    <a:pt x="1361766" y="2894390"/>
                  </a:lnTo>
                  <a:close/>
                </a:path>
                <a:path w="2780029" h="3009900">
                  <a:moveTo>
                    <a:pt x="1093772" y="3009680"/>
                  </a:moveTo>
                  <a:lnTo>
                    <a:pt x="1044763" y="3009680"/>
                  </a:lnTo>
                  <a:lnTo>
                    <a:pt x="996692" y="3003481"/>
                  </a:lnTo>
                  <a:lnTo>
                    <a:pt x="951448" y="2991087"/>
                  </a:lnTo>
                  <a:lnTo>
                    <a:pt x="910984" y="2972498"/>
                  </a:lnTo>
                  <a:lnTo>
                    <a:pt x="911205" y="2894390"/>
                  </a:lnTo>
                  <a:lnTo>
                    <a:pt x="911310" y="2857078"/>
                  </a:lnTo>
                  <a:lnTo>
                    <a:pt x="950838" y="2875286"/>
                  </a:lnTo>
                  <a:lnTo>
                    <a:pt x="994893" y="2887572"/>
                  </a:lnTo>
                  <a:lnTo>
                    <a:pt x="1041711" y="2893938"/>
                  </a:lnTo>
                  <a:lnTo>
                    <a:pt x="1361766" y="2894390"/>
                  </a:lnTo>
                  <a:lnTo>
                    <a:pt x="1227230" y="2971584"/>
                  </a:lnTo>
                  <a:lnTo>
                    <a:pt x="1227227" y="2972498"/>
                  </a:lnTo>
                  <a:lnTo>
                    <a:pt x="1186882" y="2991087"/>
                  </a:lnTo>
                  <a:lnTo>
                    <a:pt x="1141765" y="3003481"/>
                  </a:lnTo>
                  <a:lnTo>
                    <a:pt x="1093772" y="3009680"/>
                  </a:lnTo>
                  <a:close/>
                </a:path>
                <a:path w="2780029" h="3009900">
                  <a:moveTo>
                    <a:pt x="435403" y="1029104"/>
                  </a:moveTo>
                  <a:lnTo>
                    <a:pt x="19883" y="786797"/>
                  </a:lnTo>
                  <a:lnTo>
                    <a:pt x="0" y="752179"/>
                  </a:lnTo>
                  <a:lnTo>
                    <a:pt x="0" y="0"/>
                  </a:lnTo>
                  <a:lnTo>
                    <a:pt x="415518" y="242329"/>
                  </a:lnTo>
                  <a:lnTo>
                    <a:pt x="415518" y="994489"/>
                  </a:lnTo>
                  <a:lnTo>
                    <a:pt x="417003" y="1005460"/>
                  </a:lnTo>
                  <a:lnTo>
                    <a:pt x="421146" y="1015075"/>
                  </a:lnTo>
                  <a:lnTo>
                    <a:pt x="427476" y="1023066"/>
                  </a:lnTo>
                  <a:lnTo>
                    <a:pt x="435403" y="1029104"/>
                  </a:lnTo>
                  <a:close/>
                </a:path>
              </a:pathLst>
            </a:custGeom>
            <a:solidFill>
              <a:srgbClr val="008BEF"/>
            </a:solidFill>
          </p:spPr>
          <p:txBody>
            <a:bodyPr wrap="square" lIns="0" tIns="0" rIns="0" bIns="0" rtlCol="0"/>
            <a:lstStyle/>
            <a:p>
              <a:endParaRPr/>
            </a:p>
          </p:txBody>
        </p:sp>
        <p:pic>
          <p:nvPicPr>
            <p:cNvPr id="9" name="object 9"/>
            <p:cNvPicPr/>
            <p:nvPr/>
          </p:nvPicPr>
          <p:blipFill>
            <a:blip r:embed="rId3" cstate="print"/>
            <a:stretch>
              <a:fillRect/>
            </a:stretch>
          </p:blipFill>
          <p:spPr>
            <a:xfrm>
              <a:off x="0" y="445388"/>
              <a:ext cx="5492738" cy="9615061"/>
            </a:xfrm>
            <a:prstGeom prst="rect">
              <a:avLst/>
            </a:prstGeom>
          </p:spPr>
        </p:pic>
        <p:pic>
          <p:nvPicPr>
            <p:cNvPr id="10" name="object 10"/>
            <p:cNvPicPr/>
            <p:nvPr/>
          </p:nvPicPr>
          <p:blipFill>
            <a:blip r:embed="rId4" cstate="print"/>
            <a:stretch>
              <a:fillRect/>
            </a:stretch>
          </p:blipFill>
          <p:spPr>
            <a:xfrm>
              <a:off x="5605327" y="4394243"/>
              <a:ext cx="5469651" cy="5370329"/>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TotalTime>
  <Words>1505</Words>
  <Application>Microsoft Office PowerPoint</Application>
  <PresentationFormat>Custom</PresentationFormat>
  <Paragraphs>73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Arial Black</vt:lpstr>
      <vt:lpstr>Roboto</vt:lpstr>
      <vt:lpstr>Trebuchet MS</vt:lpstr>
      <vt:lpstr>Office Theme</vt:lpstr>
      <vt:lpstr>NalamAI</vt:lpstr>
      <vt:lpstr>PowerPoint Presentation</vt:lpstr>
      <vt:lpstr>Motivation and Vision</vt:lpstr>
      <vt:lpstr>PowerPoint Presentation</vt:lpstr>
      <vt:lpstr>Existing systems focus on individual healthcare problems. Services are mostly separate solutions.</vt:lpstr>
      <vt:lpstr>PROPOSED</vt:lpstr>
      <vt:lpstr>PowerPoint Presentation</vt:lpstr>
      <vt:lpstr>Module used:</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 L.Shanmugapriya</dc:title>
  <dc:creator>Shanmuga Priya</dc:creator>
  <cp:keywords>DAG3QhrSjJw,BAGw4kahzrQ</cp:keywords>
  <cp:lastModifiedBy>Saranyaa D</cp:lastModifiedBy>
  <cp:revision>1</cp:revision>
  <dcterms:created xsi:type="dcterms:W3CDTF">2026-10-17T06:57:54Z</dcterms:created>
  <dcterms:modified xsi:type="dcterms:W3CDTF">2026-10-17T07:00:46Z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2026-10-15T00:00:00Z</vt:filetime>
  </property>
  <property fmtid="{D5CDD505-2E9C-101B-9397-08002B2CF9AE}" pid="4" name="Creator">
    <vt:lpwstr>Canva</vt:lpwstr>
  </property>
  <property fmtid="{D5CDD505-2E9C-101B-9397-08002B2CF9AE}" pid="5" name="LastSaved">
    <vt:filetime>2026-10-17T00:00:00Z</vt:filetime>
  </property>
  <property fmtid="{D5CDD505-2E9C-101B-9397-08002B2CF9AE}" pid="6" name="Producer">
    <vt:lpwstr>Canva</vt:lpwstr>
  </property>
</Properties>
</file>